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ebp" ContentType="image/jpe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4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4"/>
    <p:sldMasterId id="2147483652" r:id="rId5"/>
    <p:sldMasterId id="2147483684" r:id="rId6"/>
    <p:sldMasterId id="2147483767" r:id="rId7"/>
    <p:sldMasterId id="2147483788" r:id="rId8"/>
  </p:sldMasterIdLst>
  <p:notesMasterIdLst>
    <p:notesMasterId r:id="rId13"/>
  </p:notesMasterIdLst>
  <p:handoutMasterIdLst>
    <p:handoutMasterId r:id="rId14"/>
  </p:handoutMasterIdLst>
  <p:sldIdLst>
    <p:sldId id="256" r:id="rId9"/>
    <p:sldId id="649" r:id="rId10"/>
    <p:sldId id="650" r:id="rId11"/>
    <p:sldId id="603" r:id="rId12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FC9010-64CD-4FFD-A89C-E1AC6ADE5A95}">
          <p14:sldIdLst>
            <p14:sldId id="256"/>
          </p14:sldIdLst>
        </p14:section>
        <p14:section name="Mục tiêu" id="{48813B14-3CC1-4D16-A162-0510720AB5A0}">
          <p14:sldIdLst>
            <p14:sldId id="649"/>
            <p14:sldId id="650"/>
          </p14:sldIdLst>
        </p14:section>
        <p14:section name="Nội dung nghiên cứu" id="{A06E1F79-AAD6-42FF-AEE5-DA70EDC63BCE}">
          <p14:sldIdLst>
            <p14:sldId id="6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7B977-96B8-7612-6BDF-EE9B57406644}" v="1" dt="2025-05-15T11:23:36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8520" autoAdjust="0"/>
  </p:normalViewPr>
  <p:slideViewPr>
    <p:cSldViewPr snapToGrid="0">
      <p:cViewPr varScale="1">
        <p:scale>
          <a:sx n="69" d="100"/>
          <a:sy n="69" d="100"/>
        </p:scale>
        <p:origin x="336" y="62"/>
      </p:cViewPr>
      <p:guideLst>
        <p:guide orient="horz" pos="225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720C8-0F1F-4769-A95D-E70485508E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A3493-3CF0-479D-887E-326CB01F42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4AB01-33F2-4890-81BC-94568158DB71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946B1-632D-4B59-8997-E7256A57DB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78952-9C23-4261-888C-BF86D1BD5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2911A-3904-4D85-962F-6F98C8B80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9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0CA4E-6168-48BA-8EB1-222F30233C70}" type="datetimeFigureOut">
              <a:rPr lang="vi-VN" smtClean="0"/>
              <a:t>05/12/2025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ABEE86-0743-4CBF-9BFC-DC6A309297C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33390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ABEE86-0743-4CBF-9BFC-DC6A309297C1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4800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254204-7576-4E7F-BCC2-47087CDF8998}"/>
              </a:ext>
            </a:extLst>
          </p:cNvPr>
          <p:cNvSpPr/>
          <p:nvPr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1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44163C-3BE8-445F-BF4D-6FF683F7A99F}"/>
              </a:ext>
            </a:extLst>
          </p:cNvPr>
          <p:cNvGrpSpPr/>
          <p:nvPr userDrawn="1"/>
        </p:nvGrpSpPr>
        <p:grpSpPr>
          <a:xfrm>
            <a:off x="0" y="5030641"/>
            <a:ext cx="11784650" cy="1581249"/>
            <a:chOff x="0" y="5030641"/>
            <a:chExt cx="11784650" cy="15812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382616-4BAD-46F2-A9B1-3719C195BD07}"/>
                </a:ext>
              </a:extLst>
            </p:cNvPr>
            <p:cNvGrpSpPr/>
            <p:nvPr/>
          </p:nvGrpSpPr>
          <p:grpSpPr>
            <a:xfrm>
              <a:off x="10972494" y="5030641"/>
              <a:ext cx="812156" cy="1343445"/>
              <a:chOff x="10042059" y="85076"/>
              <a:chExt cx="1867634" cy="3089387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F57692B-CB59-4909-9EE5-9842EC389960}"/>
                  </a:ext>
                </a:extLst>
              </p:cNvPr>
              <p:cNvSpPr/>
              <p:nvPr/>
            </p:nvSpPr>
            <p:spPr>
              <a:xfrm rot="16200000" flipH="1">
                <a:off x="9851011" y="276124"/>
                <a:ext cx="2249729" cy="1867634"/>
              </a:xfrm>
              <a:custGeom>
                <a:avLst/>
                <a:gdLst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1734909 w 2254431"/>
                  <a:gd name="connsiteY6" fmla="*/ 1232300 h 1867634"/>
                  <a:gd name="connsiteX7" fmla="*/ 1781182 w 2254431"/>
                  <a:gd name="connsiteY7" fmla="*/ 1232300 h 1867634"/>
                  <a:gd name="connsiteX8" fmla="*/ 1734909 w 2254431"/>
                  <a:gd name="connsiteY8" fmla="*/ 1237163 h 1867634"/>
                  <a:gd name="connsiteX9" fmla="*/ 1734908 w 2254431"/>
                  <a:gd name="connsiteY9" fmla="*/ 633988 h 1867634"/>
                  <a:gd name="connsiteX10" fmla="*/ 2124749 w 2254431"/>
                  <a:gd name="connsiteY10" fmla="*/ 668096 h 1867634"/>
                  <a:gd name="connsiteX11" fmla="*/ 1734908 w 2254431"/>
                  <a:gd name="connsiteY11" fmla="*/ 668096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1734908 w 2254431"/>
                  <a:gd name="connsiteY12" fmla="*/ 668096 h 1867634"/>
                  <a:gd name="connsiteX13" fmla="*/ 2124749 w 2254431"/>
                  <a:gd name="connsiteY13" fmla="*/ 668096 h 1867634"/>
                  <a:gd name="connsiteX14" fmla="*/ 1734908 w 2254431"/>
                  <a:gd name="connsiteY14" fmla="*/ 668096 h 1867634"/>
                  <a:gd name="connsiteX15" fmla="*/ 0 w 2254431"/>
                  <a:gd name="connsiteY15" fmla="*/ 933818 h 1867634"/>
                  <a:gd name="connsiteX16" fmla="*/ 273507 w 2254431"/>
                  <a:gd name="connsiteY16" fmla="*/ 1594126 h 1867634"/>
                  <a:gd name="connsiteX17" fmla="*/ 1594123 w 2254431"/>
                  <a:gd name="connsiteY17" fmla="*/ 1594126 h 1867634"/>
                  <a:gd name="connsiteX18" fmla="*/ 1818102 w 2254431"/>
                  <a:gd name="connsiteY18" fmla="*/ 1370146 h 1867634"/>
                  <a:gd name="connsiteX19" fmla="*/ 2067929 w 2254431"/>
                  <a:gd name="connsiteY19" fmla="*/ 1370150 h 1867634"/>
                  <a:gd name="connsiteX20" fmla="*/ 2249729 w 2254431"/>
                  <a:gd name="connsiteY20" fmla="*/ 1188348 h 1867634"/>
                  <a:gd name="connsiteX21" fmla="*/ 2249729 w 2254431"/>
                  <a:gd name="connsiteY21" fmla="*/ 938520 h 1867634"/>
                  <a:gd name="connsiteX22" fmla="*/ 2254431 w 2254431"/>
                  <a:gd name="connsiteY22" fmla="*/ 933818 h 1867634"/>
                  <a:gd name="connsiteX23" fmla="*/ 2249729 w 2254431"/>
                  <a:gd name="connsiteY23" fmla="*/ 929116 h 1867634"/>
                  <a:gd name="connsiteX24" fmla="*/ 2249729 w 2254431"/>
                  <a:gd name="connsiteY24" fmla="*/ 679292 h 1867634"/>
                  <a:gd name="connsiteX25" fmla="*/ 2067926 w 2254431"/>
                  <a:gd name="connsiteY25" fmla="*/ 497490 h 1867634"/>
                  <a:gd name="connsiteX26" fmla="*/ 1818099 w 2254431"/>
                  <a:gd name="connsiteY26" fmla="*/ 497490 h 1867634"/>
                  <a:gd name="connsiteX27" fmla="*/ 1594123 w 2254431"/>
                  <a:gd name="connsiteY27" fmla="*/ 273510 h 1867634"/>
                  <a:gd name="connsiteX28" fmla="*/ 273507 w 2254431"/>
                  <a:gd name="connsiteY28" fmla="*/ 273510 h 1867634"/>
                  <a:gd name="connsiteX29" fmla="*/ 0 w 2254431"/>
                  <a:gd name="connsiteY29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7163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0 w 2254431"/>
                  <a:gd name="connsiteY11" fmla="*/ 933818 h 1867634"/>
                  <a:gd name="connsiteX12" fmla="*/ 273507 w 2254431"/>
                  <a:gd name="connsiteY12" fmla="*/ 1594126 h 1867634"/>
                  <a:gd name="connsiteX13" fmla="*/ 1594123 w 2254431"/>
                  <a:gd name="connsiteY13" fmla="*/ 1594126 h 1867634"/>
                  <a:gd name="connsiteX14" fmla="*/ 1818102 w 2254431"/>
                  <a:gd name="connsiteY14" fmla="*/ 1370146 h 1867634"/>
                  <a:gd name="connsiteX15" fmla="*/ 2067929 w 2254431"/>
                  <a:gd name="connsiteY15" fmla="*/ 1370150 h 1867634"/>
                  <a:gd name="connsiteX16" fmla="*/ 2249729 w 2254431"/>
                  <a:gd name="connsiteY16" fmla="*/ 1188348 h 1867634"/>
                  <a:gd name="connsiteX17" fmla="*/ 2249729 w 2254431"/>
                  <a:gd name="connsiteY17" fmla="*/ 938520 h 1867634"/>
                  <a:gd name="connsiteX18" fmla="*/ 2254431 w 2254431"/>
                  <a:gd name="connsiteY18" fmla="*/ 933818 h 1867634"/>
                  <a:gd name="connsiteX19" fmla="*/ 2249729 w 2254431"/>
                  <a:gd name="connsiteY19" fmla="*/ 929116 h 1867634"/>
                  <a:gd name="connsiteX20" fmla="*/ 2249729 w 2254431"/>
                  <a:gd name="connsiteY20" fmla="*/ 679292 h 1867634"/>
                  <a:gd name="connsiteX21" fmla="*/ 2067926 w 2254431"/>
                  <a:gd name="connsiteY21" fmla="*/ 497490 h 1867634"/>
                  <a:gd name="connsiteX22" fmla="*/ 1818099 w 2254431"/>
                  <a:gd name="connsiteY22" fmla="*/ 497490 h 1867634"/>
                  <a:gd name="connsiteX23" fmla="*/ 1594123 w 2254431"/>
                  <a:gd name="connsiteY23" fmla="*/ 273510 h 1867634"/>
                  <a:gd name="connsiteX24" fmla="*/ 273507 w 2254431"/>
                  <a:gd name="connsiteY24" fmla="*/ 273510 h 1867634"/>
                  <a:gd name="connsiteX25" fmla="*/ 0 w 2254431"/>
                  <a:gd name="connsiteY25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0 w 2254431"/>
                  <a:gd name="connsiteY8" fmla="*/ 933818 h 1867634"/>
                  <a:gd name="connsiteX9" fmla="*/ 273507 w 2254431"/>
                  <a:gd name="connsiteY9" fmla="*/ 1594126 h 1867634"/>
                  <a:gd name="connsiteX10" fmla="*/ 1594123 w 2254431"/>
                  <a:gd name="connsiteY10" fmla="*/ 1594126 h 1867634"/>
                  <a:gd name="connsiteX11" fmla="*/ 1818102 w 2254431"/>
                  <a:gd name="connsiteY11" fmla="*/ 1370146 h 1867634"/>
                  <a:gd name="connsiteX12" fmla="*/ 2067929 w 2254431"/>
                  <a:gd name="connsiteY12" fmla="*/ 1370150 h 1867634"/>
                  <a:gd name="connsiteX13" fmla="*/ 2249729 w 2254431"/>
                  <a:gd name="connsiteY13" fmla="*/ 1188348 h 1867634"/>
                  <a:gd name="connsiteX14" fmla="*/ 2249729 w 2254431"/>
                  <a:gd name="connsiteY14" fmla="*/ 938520 h 1867634"/>
                  <a:gd name="connsiteX15" fmla="*/ 2254431 w 2254431"/>
                  <a:gd name="connsiteY15" fmla="*/ 933818 h 1867634"/>
                  <a:gd name="connsiteX16" fmla="*/ 2249729 w 2254431"/>
                  <a:gd name="connsiteY16" fmla="*/ 929116 h 1867634"/>
                  <a:gd name="connsiteX17" fmla="*/ 2249729 w 2254431"/>
                  <a:gd name="connsiteY17" fmla="*/ 679292 h 1867634"/>
                  <a:gd name="connsiteX18" fmla="*/ 2067926 w 2254431"/>
                  <a:gd name="connsiteY18" fmla="*/ 497490 h 1867634"/>
                  <a:gd name="connsiteX19" fmla="*/ 1818099 w 2254431"/>
                  <a:gd name="connsiteY19" fmla="*/ 497490 h 1867634"/>
                  <a:gd name="connsiteX20" fmla="*/ 1594123 w 2254431"/>
                  <a:gd name="connsiteY20" fmla="*/ 273510 h 1867634"/>
                  <a:gd name="connsiteX21" fmla="*/ 273507 w 2254431"/>
                  <a:gd name="connsiteY21" fmla="*/ 273510 h 1867634"/>
                  <a:gd name="connsiteX22" fmla="*/ 0 w 2254431"/>
                  <a:gd name="connsiteY22" fmla="*/ 933818 h 1867634"/>
                  <a:gd name="connsiteX0" fmla="*/ 2234976 w 2254431"/>
                  <a:gd name="connsiteY0" fmla="*/ 1140552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2234976 w 2254431"/>
                  <a:gd name="connsiteY6" fmla="*/ 710150 h 1867634"/>
                  <a:gd name="connsiteX7" fmla="*/ 0 w 2254431"/>
                  <a:gd name="connsiteY7" fmla="*/ 933818 h 1867634"/>
                  <a:gd name="connsiteX8" fmla="*/ 273507 w 2254431"/>
                  <a:gd name="connsiteY8" fmla="*/ 1594126 h 1867634"/>
                  <a:gd name="connsiteX9" fmla="*/ 1594123 w 2254431"/>
                  <a:gd name="connsiteY9" fmla="*/ 1594126 h 1867634"/>
                  <a:gd name="connsiteX10" fmla="*/ 1818102 w 2254431"/>
                  <a:gd name="connsiteY10" fmla="*/ 1370146 h 1867634"/>
                  <a:gd name="connsiteX11" fmla="*/ 2067929 w 2254431"/>
                  <a:gd name="connsiteY11" fmla="*/ 1370150 h 1867634"/>
                  <a:gd name="connsiteX12" fmla="*/ 2249729 w 2254431"/>
                  <a:gd name="connsiteY12" fmla="*/ 1188348 h 1867634"/>
                  <a:gd name="connsiteX13" fmla="*/ 2249729 w 2254431"/>
                  <a:gd name="connsiteY13" fmla="*/ 938520 h 1867634"/>
                  <a:gd name="connsiteX14" fmla="*/ 2254431 w 2254431"/>
                  <a:gd name="connsiteY14" fmla="*/ 933818 h 1867634"/>
                  <a:gd name="connsiteX15" fmla="*/ 2249729 w 2254431"/>
                  <a:gd name="connsiteY15" fmla="*/ 929116 h 1867634"/>
                  <a:gd name="connsiteX16" fmla="*/ 2249729 w 2254431"/>
                  <a:gd name="connsiteY16" fmla="*/ 679292 h 1867634"/>
                  <a:gd name="connsiteX17" fmla="*/ 2067926 w 2254431"/>
                  <a:gd name="connsiteY17" fmla="*/ 497490 h 1867634"/>
                  <a:gd name="connsiteX18" fmla="*/ 1818099 w 2254431"/>
                  <a:gd name="connsiteY18" fmla="*/ 497490 h 1867634"/>
                  <a:gd name="connsiteX19" fmla="*/ 1594123 w 2254431"/>
                  <a:gd name="connsiteY19" fmla="*/ 273510 h 1867634"/>
                  <a:gd name="connsiteX20" fmla="*/ 273507 w 2254431"/>
                  <a:gd name="connsiteY20" fmla="*/ 273510 h 1867634"/>
                  <a:gd name="connsiteX21" fmla="*/ 0 w 2254431"/>
                  <a:gd name="connsiteY21" fmla="*/ 933818 h 1867634"/>
                  <a:gd name="connsiteX0" fmla="*/ 2234976 w 2254431"/>
                  <a:gd name="connsiteY0" fmla="*/ 710150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2234976 w 2254431"/>
                  <a:gd name="connsiteY3" fmla="*/ 710150 h 1867634"/>
                  <a:gd name="connsiteX4" fmla="*/ 0 w 2254431"/>
                  <a:gd name="connsiteY4" fmla="*/ 933818 h 1867634"/>
                  <a:gd name="connsiteX5" fmla="*/ 273507 w 2254431"/>
                  <a:gd name="connsiteY5" fmla="*/ 1594126 h 1867634"/>
                  <a:gd name="connsiteX6" fmla="*/ 1594123 w 2254431"/>
                  <a:gd name="connsiteY6" fmla="*/ 1594126 h 1867634"/>
                  <a:gd name="connsiteX7" fmla="*/ 1818102 w 2254431"/>
                  <a:gd name="connsiteY7" fmla="*/ 1370146 h 1867634"/>
                  <a:gd name="connsiteX8" fmla="*/ 2067929 w 2254431"/>
                  <a:gd name="connsiteY8" fmla="*/ 1370150 h 1867634"/>
                  <a:gd name="connsiteX9" fmla="*/ 2249729 w 2254431"/>
                  <a:gd name="connsiteY9" fmla="*/ 1188348 h 1867634"/>
                  <a:gd name="connsiteX10" fmla="*/ 2249729 w 2254431"/>
                  <a:gd name="connsiteY10" fmla="*/ 938520 h 1867634"/>
                  <a:gd name="connsiteX11" fmla="*/ 2254431 w 2254431"/>
                  <a:gd name="connsiteY11" fmla="*/ 933818 h 1867634"/>
                  <a:gd name="connsiteX12" fmla="*/ 2249729 w 2254431"/>
                  <a:gd name="connsiteY12" fmla="*/ 929116 h 1867634"/>
                  <a:gd name="connsiteX13" fmla="*/ 2249729 w 2254431"/>
                  <a:gd name="connsiteY13" fmla="*/ 679292 h 1867634"/>
                  <a:gd name="connsiteX14" fmla="*/ 2067926 w 2254431"/>
                  <a:gd name="connsiteY14" fmla="*/ 497490 h 1867634"/>
                  <a:gd name="connsiteX15" fmla="*/ 1818099 w 2254431"/>
                  <a:gd name="connsiteY15" fmla="*/ 497490 h 1867634"/>
                  <a:gd name="connsiteX16" fmla="*/ 1594123 w 2254431"/>
                  <a:gd name="connsiteY16" fmla="*/ 273510 h 1867634"/>
                  <a:gd name="connsiteX17" fmla="*/ 273507 w 2254431"/>
                  <a:gd name="connsiteY17" fmla="*/ 273510 h 1867634"/>
                  <a:gd name="connsiteX18" fmla="*/ 0 w 2254431"/>
                  <a:gd name="connsiteY18" fmla="*/ 933818 h 1867634"/>
                  <a:gd name="connsiteX0" fmla="*/ 2234976 w 2254431"/>
                  <a:gd name="connsiteY0" fmla="*/ 737448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0 w 2254431"/>
                  <a:gd name="connsiteY3" fmla="*/ 933818 h 1867634"/>
                  <a:gd name="connsiteX4" fmla="*/ 273507 w 2254431"/>
                  <a:gd name="connsiteY4" fmla="*/ 1594126 h 1867634"/>
                  <a:gd name="connsiteX5" fmla="*/ 1594123 w 2254431"/>
                  <a:gd name="connsiteY5" fmla="*/ 1594126 h 1867634"/>
                  <a:gd name="connsiteX6" fmla="*/ 1818102 w 2254431"/>
                  <a:gd name="connsiteY6" fmla="*/ 1370146 h 1867634"/>
                  <a:gd name="connsiteX7" fmla="*/ 2067929 w 2254431"/>
                  <a:gd name="connsiteY7" fmla="*/ 1370150 h 1867634"/>
                  <a:gd name="connsiteX8" fmla="*/ 2249729 w 2254431"/>
                  <a:gd name="connsiteY8" fmla="*/ 1188348 h 1867634"/>
                  <a:gd name="connsiteX9" fmla="*/ 2249729 w 2254431"/>
                  <a:gd name="connsiteY9" fmla="*/ 938520 h 1867634"/>
                  <a:gd name="connsiteX10" fmla="*/ 2254431 w 2254431"/>
                  <a:gd name="connsiteY10" fmla="*/ 933818 h 1867634"/>
                  <a:gd name="connsiteX11" fmla="*/ 2249729 w 2254431"/>
                  <a:gd name="connsiteY11" fmla="*/ 929116 h 1867634"/>
                  <a:gd name="connsiteX12" fmla="*/ 2249729 w 2254431"/>
                  <a:gd name="connsiteY12" fmla="*/ 679292 h 1867634"/>
                  <a:gd name="connsiteX13" fmla="*/ 2067926 w 2254431"/>
                  <a:gd name="connsiteY13" fmla="*/ 497490 h 1867634"/>
                  <a:gd name="connsiteX14" fmla="*/ 1818099 w 2254431"/>
                  <a:gd name="connsiteY14" fmla="*/ 497490 h 1867634"/>
                  <a:gd name="connsiteX15" fmla="*/ 1594123 w 2254431"/>
                  <a:gd name="connsiteY15" fmla="*/ 273510 h 1867634"/>
                  <a:gd name="connsiteX16" fmla="*/ 273507 w 2254431"/>
                  <a:gd name="connsiteY16" fmla="*/ 273510 h 1867634"/>
                  <a:gd name="connsiteX17" fmla="*/ 0 w 2254431"/>
                  <a:gd name="connsiteY17" fmla="*/ 933818 h 1867634"/>
                  <a:gd name="connsiteX0" fmla="*/ 0 w 2254431"/>
                  <a:gd name="connsiteY0" fmla="*/ 933818 h 1867634"/>
                  <a:gd name="connsiteX1" fmla="*/ 273507 w 2254431"/>
                  <a:gd name="connsiteY1" fmla="*/ 1594126 h 1867634"/>
                  <a:gd name="connsiteX2" fmla="*/ 1594123 w 2254431"/>
                  <a:gd name="connsiteY2" fmla="*/ 1594126 h 1867634"/>
                  <a:gd name="connsiteX3" fmla="*/ 1818102 w 2254431"/>
                  <a:gd name="connsiteY3" fmla="*/ 1370146 h 1867634"/>
                  <a:gd name="connsiteX4" fmla="*/ 2067929 w 2254431"/>
                  <a:gd name="connsiteY4" fmla="*/ 1370150 h 1867634"/>
                  <a:gd name="connsiteX5" fmla="*/ 2249729 w 2254431"/>
                  <a:gd name="connsiteY5" fmla="*/ 1188348 h 1867634"/>
                  <a:gd name="connsiteX6" fmla="*/ 2249729 w 2254431"/>
                  <a:gd name="connsiteY6" fmla="*/ 938520 h 1867634"/>
                  <a:gd name="connsiteX7" fmla="*/ 2254431 w 2254431"/>
                  <a:gd name="connsiteY7" fmla="*/ 933818 h 1867634"/>
                  <a:gd name="connsiteX8" fmla="*/ 2249729 w 2254431"/>
                  <a:gd name="connsiteY8" fmla="*/ 929116 h 1867634"/>
                  <a:gd name="connsiteX9" fmla="*/ 2249729 w 2254431"/>
                  <a:gd name="connsiteY9" fmla="*/ 679292 h 1867634"/>
                  <a:gd name="connsiteX10" fmla="*/ 2067926 w 2254431"/>
                  <a:gd name="connsiteY10" fmla="*/ 497490 h 1867634"/>
                  <a:gd name="connsiteX11" fmla="*/ 1818099 w 2254431"/>
                  <a:gd name="connsiteY11" fmla="*/ 497490 h 1867634"/>
                  <a:gd name="connsiteX12" fmla="*/ 1594123 w 2254431"/>
                  <a:gd name="connsiteY12" fmla="*/ 273510 h 1867634"/>
                  <a:gd name="connsiteX13" fmla="*/ 273507 w 2254431"/>
                  <a:gd name="connsiteY13" fmla="*/ 273510 h 1867634"/>
                  <a:gd name="connsiteX14" fmla="*/ 0 w 2254431"/>
                  <a:gd name="connsiteY14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38520 h 1867634"/>
                  <a:gd name="connsiteX7" fmla="*/ 2249729 w 2249729"/>
                  <a:gd name="connsiteY7" fmla="*/ 929116 h 1867634"/>
                  <a:gd name="connsiteX8" fmla="*/ 2249729 w 2249729"/>
                  <a:gd name="connsiteY8" fmla="*/ 679292 h 1867634"/>
                  <a:gd name="connsiteX9" fmla="*/ 2067926 w 2249729"/>
                  <a:gd name="connsiteY9" fmla="*/ 497490 h 1867634"/>
                  <a:gd name="connsiteX10" fmla="*/ 1818099 w 2249729"/>
                  <a:gd name="connsiteY10" fmla="*/ 497490 h 1867634"/>
                  <a:gd name="connsiteX11" fmla="*/ 1594123 w 2249729"/>
                  <a:gd name="connsiteY11" fmla="*/ 273510 h 1867634"/>
                  <a:gd name="connsiteX12" fmla="*/ 273507 w 2249729"/>
                  <a:gd name="connsiteY12" fmla="*/ 273510 h 1867634"/>
                  <a:gd name="connsiteX13" fmla="*/ 0 w 2249729"/>
                  <a:gd name="connsiteY13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29116 h 1867634"/>
                  <a:gd name="connsiteX7" fmla="*/ 2249729 w 2249729"/>
                  <a:gd name="connsiteY7" fmla="*/ 679292 h 1867634"/>
                  <a:gd name="connsiteX8" fmla="*/ 2067926 w 2249729"/>
                  <a:gd name="connsiteY8" fmla="*/ 497490 h 1867634"/>
                  <a:gd name="connsiteX9" fmla="*/ 1818099 w 2249729"/>
                  <a:gd name="connsiteY9" fmla="*/ 497490 h 1867634"/>
                  <a:gd name="connsiteX10" fmla="*/ 1594123 w 2249729"/>
                  <a:gd name="connsiteY10" fmla="*/ 273510 h 1867634"/>
                  <a:gd name="connsiteX11" fmla="*/ 273507 w 2249729"/>
                  <a:gd name="connsiteY11" fmla="*/ 273510 h 1867634"/>
                  <a:gd name="connsiteX12" fmla="*/ 0 w 2249729"/>
                  <a:gd name="connsiteY12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679292 h 1867634"/>
                  <a:gd name="connsiteX7" fmla="*/ 2067926 w 2249729"/>
                  <a:gd name="connsiteY7" fmla="*/ 497490 h 1867634"/>
                  <a:gd name="connsiteX8" fmla="*/ 1818099 w 2249729"/>
                  <a:gd name="connsiteY8" fmla="*/ 497490 h 1867634"/>
                  <a:gd name="connsiteX9" fmla="*/ 1594123 w 2249729"/>
                  <a:gd name="connsiteY9" fmla="*/ 273510 h 1867634"/>
                  <a:gd name="connsiteX10" fmla="*/ 273507 w 2249729"/>
                  <a:gd name="connsiteY10" fmla="*/ 273510 h 1867634"/>
                  <a:gd name="connsiteX11" fmla="*/ 0 w 2249729"/>
                  <a:gd name="connsiteY11" fmla="*/ 933818 h 186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49729" h="1867634">
                    <a:moveTo>
                      <a:pt x="0" y="933818"/>
                    </a:moveTo>
                    <a:cubicBezTo>
                      <a:pt x="0" y="1172804"/>
                      <a:pt x="91169" y="1411786"/>
                      <a:pt x="273507" y="1594126"/>
                    </a:cubicBezTo>
                    <a:cubicBezTo>
                      <a:pt x="638186" y="1958804"/>
                      <a:pt x="1229447" y="1958804"/>
                      <a:pt x="1594123" y="1594126"/>
                    </a:cubicBezTo>
                    <a:lnTo>
                      <a:pt x="1818102" y="1370146"/>
                    </a:lnTo>
                    <a:lnTo>
                      <a:pt x="2067929" y="1370150"/>
                    </a:lnTo>
                    <a:cubicBezTo>
                      <a:pt x="2168336" y="1370146"/>
                      <a:pt x="2249729" y="1288752"/>
                      <a:pt x="2249729" y="1188348"/>
                    </a:cubicBezTo>
                    <a:lnTo>
                      <a:pt x="2249729" y="679292"/>
                    </a:lnTo>
                    <a:cubicBezTo>
                      <a:pt x="2249729" y="578884"/>
                      <a:pt x="2168334" y="497490"/>
                      <a:pt x="2067926" y="497490"/>
                    </a:cubicBezTo>
                    <a:lnTo>
                      <a:pt x="1818099" y="497490"/>
                    </a:lnTo>
                    <a:lnTo>
                      <a:pt x="1594123" y="273510"/>
                    </a:lnTo>
                    <a:cubicBezTo>
                      <a:pt x="1229444" y="-91169"/>
                      <a:pt x="638186" y="-91169"/>
                      <a:pt x="273507" y="273510"/>
                    </a:cubicBezTo>
                    <a:cubicBezTo>
                      <a:pt x="91169" y="455848"/>
                      <a:pt x="0" y="694834"/>
                      <a:pt x="0" y="933818"/>
                    </a:cubicBez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DBEC21B-8490-4613-893F-081AAB39C3FB}"/>
                  </a:ext>
                </a:extLst>
              </p:cNvPr>
              <p:cNvSpPr/>
              <p:nvPr/>
            </p:nvSpPr>
            <p:spPr>
              <a:xfrm>
                <a:off x="10573107" y="2486534"/>
                <a:ext cx="805533" cy="687929"/>
              </a:xfrm>
              <a:custGeom>
                <a:avLst/>
                <a:gdLst>
                  <a:gd name="connsiteX0" fmla="*/ 184600 w 805532"/>
                  <a:gd name="connsiteY0" fmla="*/ 520107 h 687929"/>
                  <a:gd name="connsiteX1" fmla="*/ 620929 w 805532"/>
                  <a:gd name="connsiteY1" fmla="*/ 520110 h 687929"/>
                  <a:gd name="connsiteX2" fmla="*/ 704838 w 805532"/>
                  <a:gd name="connsiteY2" fmla="*/ 604019 h 687929"/>
                  <a:gd name="connsiteX3" fmla="*/ 620926 w 805532"/>
                  <a:gd name="connsiteY3" fmla="*/ 687929 h 687929"/>
                  <a:gd name="connsiteX4" fmla="*/ 184600 w 805532"/>
                  <a:gd name="connsiteY4" fmla="*/ 687926 h 687929"/>
                  <a:gd name="connsiteX5" fmla="*/ 100691 w 805532"/>
                  <a:gd name="connsiteY5" fmla="*/ 604019 h 687929"/>
                  <a:gd name="connsiteX6" fmla="*/ 184600 w 805532"/>
                  <a:gd name="connsiteY6" fmla="*/ 520107 h 687929"/>
                  <a:gd name="connsiteX7" fmla="*/ 117472 w 805532"/>
                  <a:gd name="connsiteY7" fmla="*/ 260053 h 687929"/>
                  <a:gd name="connsiteX8" fmla="*/ 688057 w 805532"/>
                  <a:gd name="connsiteY8" fmla="*/ 260053 h 687929"/>
                  <a:gd name="connsiteX9" fmla="*/ 771967 w 805532"/>
                  <a:gd name="connsiteY9" fmla="*/ 343963 h 687929"/>
                  <a:gd name="connsiteX10" fmla="*/ 688057 w 805532"/>
                  <a:gd name="connsiteY10" fmla="*/ 427875 h 687929"/>
                  <a:gd name="connsiteX11" fmla="*/ 117472 w 805532"/>
                  <a:gd name="connsiteY11" fmla="*/ 427872 h 687929"/>
                  <a:gd name="connsiteX12" fmla="*/ 33563 w 805532"/>
                  <a:gd name="connsiteY12" fmla="*/ 343963 h 687929"/>
                  <a:gd name="connsiteX13" fmla="*/ 117472 w 805532"/>
                  <a:gd name="connsiteY13" fmla="*/ 260053 h 687929"/>
                  <a:gd name="connsiteX14" fmla="*/ 83910 w 805532"/>
                  <a:gd name="connsiteY14" fmla="*/ 0 h 687929"/>
                  <a:gd name="connsiteX15" fmla="*/ 721623 w 805532"/>
                  <a:gd name="connsiteY15" fmla="*/ 0 h 687929"/>
                  <a:gd name="connsiteX16" fmla="*/ 805532 w 805532"/>
                  <a:gd name="connsiteY16" fmla="*/ 83910 h 687929"/>
                  <a:gd name="connsiteX17" fmla="*/ 805529 w 805532"/>
                  <a:gd name="connsiteY17" fmla="*/ 83910 h 687929"/>
                  <a:gd name="connsiteX18" fmla="*/ 721620 w 805532"/>
                  <a:gd name="connsiteY18" fmla="*/ 167819 h 687929"/>
                  <a:gd name="connsiteX19" fmla="*/ 83910 w 805532"/>
                  <a:gd name="connsiteY19" fmla="*/ 167819 h 687929"/>
                  <a:gd name="connsiteX20" fmla="*/ 0 w 805532"/>
                  <a:gd name="connsiteY20" fmla="*/ 83910 h 687929"/>
                  <a:gd name="connsiteX21" fmla="*/ 83910 w 805532"/>
                  <a:gd name="connsiteY21" fmla="*/ 0 h 68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05532" h="687929">
                    <a:moveTo>
                      <a:pt x="184600" y="520107"/>
                    </a:moveTo>
                    <a:lnTo>
                      <a:pt x="620929" y="520110"/>
                    </a:lnTo>
                    <a:cubicBezTo>
                      <a:pt x="667269" y="520110"/>
                      <a:pt x="704838" y="557676"/>
                      <a:pt x="704838" y="604019"/>
                    </a:cubicBezTo>
                    <a:cubicBezTo>
                      <a:pt x="704838" y="650360"/>
                      <a:pt x="667269" y="687929"/>
                      <a:pt x="620926" y="687929"/>
                    </a:cubicBezTo>
                    <a:lnTo>
                      <a:pt x="184600" y="687926"/>
                    </a:lnTo>
                    <a:cubicBezTo>
                      <a:pt x="138257" y="687926"/>
                      <a:pt x="100691" y="650360"/>
                      <a:pt x="100691" y="604019"/>
                    </a:cubicBezTo>
                    <a:cubicBezTo>
                      <a:pt x="100691" y="557676"/>
                      <a:pt x="138257" y="520107"/>
                      <a:pt x="184600" y="520107"/>
                    </a:cubicBezTo>
                    <a:close/>
                    <a:moveTo>
                      <a:pt x="117472" y="260053"/>
                    </a:moveTo>
                    <a:lnTo>
                      <a:pt x="688057" y="260053"/>
                    </a:lnTo>
                    <a:cubicBezTo>
                      <a:pt x="734401" y="260053"/>
                      <a:pt x="771967" y="297622"/>
                      <a:pt x="771967" y="343963"/>
                    </a:cubicBezTo>
                    <a:cubicBezTo>
                      <a:pt x="771967" y="390306"/>
                      <a:pt x="734398" y="427875"/>
                      <a:pt x="688057" y="427875"/>
                    </a:cubicBezTo>
                    <a:lnTo>
                      <a:pt x="117472" y="427872"/>
                    </a:lnTo>
                    <a:cubicBezTo>
                      <a:pt x="71132" y="427872"/>
                      <a:pt x="33566" y="390306"/>
                      <a:pt x="33563" y="343963"/>
                    </a:cubicBezTo>
                    <a:cubicBezTo>
                      <a:pt x="33566" y="297622"/>
                      <a:pt x="71132" y="260053"/>
                      <a:pt x="117472" y="260053"/>
                    </a:cubicBezTo>
                    <a:close/>
                    <a:moveTo>
                      <a:pt x="83910" y="0"/>
                    </a:moveTo>
                    <a:lnTo>
                      <a:pt x="721623" y="0"/>
                    </a:lnTo>
                    <a:cubicBezTo>
                      <a:pt x="767963" y="0"/>
                      <a:pt x="805532" y="37569"/>
                      <a:pt x="805532" y="83910"/>
                    </a:cubicBezTo>
                    <a:lnTo>
                      <a:pt x="805529" y="83910"/>
                    </a:lnTo>
                    <a:cubicBezTo>
                      <a:pt x="805529" y="130253"/>
                      <a:pt x="767963" y="167819"/>
                      <a:pt x="721620" y="167819"/>
                    </a:cubicBezTo>
                    <a:lnTo>
                      <a:pt x="83910" y="167819"/>
                    </a:lnTo>
                    <a:cubicBezTo>
                      <a:pt x="37569" y="167819"/>
                      <a:pt x="0" y="130253"/>
                      <a:pt x="0" y="83910"/>
                    </a:cubicBezTo>
                    <a:cubicBezTo>
                      <a:pt x="0" y="37566"/>
                      <a:pt x="37569" y="0"/>
                      <a:pt x="8391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C12866D-7C50-423B-97C6-3A44AEC2FF89}"/>
                  </a:ext>
                </a:extLst>
              </p:cNvPr>
              <p:cNvSpPr/>
              <p:nvPr/>
            </p:nvSpPr>
            <p:spPr>
              <a:xfrm>
                <a:off x="10608146" y="1032479"/>
                <a:ext cx="761035" cy="1312187"/>
              </a:xfrm>
              <a:custGeom>
                <a:avLst/>
                <a:gdLst>
                  <a:gd name="connsiteX0" fmla="*/ 1028878 w 3847556"/>
                  <a:gd name="connsiteY0" fmla="*/ 0 h 6633998"/>
                  <a:gd name="connsiteX1" fmla="*/ 1293726 w 3847556"/>
                  <a:gd name="connsiteY1" fmla="*/ 264865 h 6633998"/>
                  <a:gd name="connsiteX2" fmla="*/ 1293726 w 3847556"/>
                  <a:gd name="connsiteY2" fmla="*/ 664770 h 6633998"/>
                  <a:gd name="connsiteX3" fmla="*/ 1656529 w 3847556"/>
                  <a:gd name="connsiteY3" fmla="*/ 664770 h 6633998"/>
                  <a:gd name="connsiteX4" fmla="*/ 1656545 w 3847556"/>
                  <a:gd name="connsiteY4" fmla="*/ 264865 h 6633998"/>
                  <a:gd name="connsiteX5" fmla="*/ 1921394 w 3847556"/>
                  <a:gd name="connsiteY5" fmla="*/ 0 h 6633998"/>
                  <a:gd name="connsiteX6" fmla="*/ 2186253 w 3847556"/>
                  <a:gd name="connsiteY6" fmla="*/ 264865 h 6633998"/>
                  <a:gd name="connsiteX7" fmla="*/ 2186253 w 3847556"/>
                  <a:gd name="connsiteY7" fmla="*/ 664770 h 6633998"/>
                  <a:gd name="connsiteX8" fmla="*/ 2549056 w 3847556"/>
                  <a:gd name="connsiteY8" fmla="*/ 664770 h 6633998"/>
                  <a:gd name="connsiteX9" fmla="*/ 2549056 w 3847556"/>
                  <a:gd name="connsiteY9" fmla="*/ 264865 h 6633998"/>
                  <a:gd name="connsiteX10" fmla="*/ 2813921 w 3847556"/>
                  <a:gd name="connsiteY10" fmla="*/ 0 h 6633998"/>
                  <a:gd name="connsiteX11" fmla="*/ 3078781 w 3847556"/>
                  <a:gd name="connsiteY11" fmla="*/ 264865 h 6633998"/>
                  <a:gd name="connsiteX12" fmla="*/ 3078764 w 3847556"/>
                  <a:gd name="connsiteY12" fmla="*/ 664770 h 6633998"/>
                  <a:gd name="connsiteX13" fmla="*/ 3512447 w 3847556"/>
                  <a:gd name="connsiteY13" fmla="*/ 664770 h 6633998"/>
                  <a:gd name="connsiteX14" fmla="*/ 3520693 w 3847556"/>
                  <a:gd name="connsiteY14" fmla="*/ 668198 h 6633998"/>
                  <a:gd name="connsiteX15" fmla="*/ 3610357 w 3847556"/>
                  <a:gd name="connsiteY15" fmla="*/ 641623 h 6633998"/>
                  <a:gd name="connsiteX16" fmla="*/ 3846084 w 3847556"/>
                  <a:gd name="connsiteY16" fmla="*/ 932715 h 6633998"/>
                  <a:gd name="connsiteX17" fmla="*/ 3273917 w 3847556"/>
                  <a:gd name="connsiteY17" fmla="*/ 6376417 h 6633998"/>
                  <a:gd name="connsiteX18" fmla="*/ 2982826 w 3847556"/>
                  <a:gd name="connsiteY18" fmla="*/ 6612116 h 6633998"/>
                  <a:gd name="connsiteX19" fmla="*/ 2747105 w 3847556"/>
                  <a:gd name="connsiteY19" fmla="*/ 6321024 h 6633998"/>
                  <a:gd name="connsiteX20" fmla="*/ 3304490 w 3847556"/>
                  <a:gd name="connsiteY20" fmla="*/ 1017914 h 6633998"/>
                  <a:gd name="connsiteX21" fmla="*/ 3078764 w 3847556"/>
                  <a:gd name="connsiteY21" fmla="*/ 1017930 h 6633998"/>
                  <a:gd name="connsiteX22" fmla="*/ 3078764 w 3847556"/>
                  <a:gd name="connsiteY22" fmla="*/ 1417857 h 6633998"/>
                  <a:gd name="connsiteX23" fmla="*/ 2813921 w 3847556"/>
                  <a:gd name="connsiteY23" fmla="*/ 1682700 h 6633998"/>
                  <a:gd name="connsiteX24" fmla="*/ 2549056 w 3847556"/>
                  <a:gd name="connsiteY24" fmla="*/ 1417841 h 6633998"/>
                  <a:gd name="connsiteX25" fmla="*/ 2549056 w 3847556"/>
                  <a:gd name="connsiteY25" fmla="*/ 1017930 h 6633998"/>
                  <a:gd name="connsiteX26" fmla="*/ 2186253 w 3847556"/>
                  <a:gd name="connsiteY26" fmla="*/ 1017930 h 6633998"/>
                  <a:gd name="connsiteX27" fmla="*/ 2186237 w 3847556"/>
                  <a:gd name="connsiteY27" fmla="*/ 1417841 h 6633998"/>
                  <a:gd name="connsiteX28" fmla="*/ 1921394 w 3847556"/>
                  <a:gd name="connsiteY28" fmla="*/ 1682700 h 6633998"/>
                  <a:gd name="connsiteX29" fmla="*/ 1656529 w 3847556"/>
                  <a:gd name="connsiteY29" fmla="*/ 1417841 h 6633998"/>
                  <a:gd name="connsiteX30" fmla="*/ 1656529 w 3847556"/>
                  <a:gd name="connsiteY30" fmla="*/ 1017930 h 6633998"/>
                  <a:gd name="connsiteX31" fmla="*/ 1293726 w 3847556"/>
                  <a:gd name="connsiteY31" fmla="*/ 1017930 h 6633998"/>
                  <a:gd name="connsiteX32" fmla="*/ 1293726 w 3847556"/>
                  <a:gd name="connsiteY32" fmla="*/ 1417841 h 6633998"/>
                  <a:gd name="connsiteX33" fmla="*/ 1216149 w 3847556"/>
                  <a:gd name="connsiteY33" fmla="*/ 1605128 h 6633998"/>
                  <a:gd name="connsiteX34" fmla="*/ 1028872 w 3847556"/>
                  <a:gd name="connsiteY34" fmla="*/ 1682700 h 6633998"/>
                  <a:gd name="connsiteX35" fmla="*/ 841580 w 3847556"/>
                  <a:gd name="connsiteY35" fmla="*/ 1605122 h 6633998"/>
                  <a:gd name="connsiteX36" fmla="*/ 764018 w 3847556"/>
                  <a:gd name="connsiteY36" fmla="*/ 1417841 h 6633998"/>
                  <a:gd name="connsiteX37" fmla="*/ 764018 w 3847556"/>
                  <a:gd name="connsiteY37" fmla="*/ 1017914 h 6633998"/>
                  <a:gd name="connsiteX38" fmla="*/ 539645 w 3847556"/>
                  <a:gd name="connsiteY38" fmla="*/ 1017930 h 6633998"/>
                  <a:gd name="connsiteX39" fmla="*/ 1005791 w 3847556"/>
                  <a:gd name="connsiteY39" fmla="*/ 6346040 h 6633998"/>
                  <a:gd name="connsiteX40" fmla="*/ 765023 w 3847556"/>
                  <a:gd name="connsiteY40" fmla="*/ 6632976 h 6633998"/>
                  <a:gd name="connsiteX41" fmla="*/ 478087 w 3847556"/>
                  <a:gd name="connsiteY41" fmla="*/ 6392208 h 6633998"/>
                  <a:gd name="connsiteX42" fmla="*/ 1023 w 3847556"/>
                  <a:gd name="connsiteY42" fmla="*/ 939358 h 6633998"/>
                  <a:gd name="connsiteX43" fmla="*/ 241807 w 3847556"/>
                  <a:gd name="connsiteY43" fmla="*/ 652422 h 6633998"/>
                  <a:gd name="connsiteX44" fmla="*/ 311187 w 3847556"/>
                  <a:gd name="connsiteY44" fmla="*/ 674309 h 6633998"/>
                  <a:gd name="connsiteX45" fmla="*/ 334193 w 3847556"/>
                  <a:gd name="connsiteY45" fmla="*/ 664770 h 6633998"/>
                  <a:gd name="connsiteX46" fmla="*/ 764018 w 3847556"/>
                  <a:gd name="connsiteY46" fmla="*/ 664770 h 6633998"/>
                  <a:gd name="connsiteX47" fmla="*/ 764018 w 3847556"/>
                  <a:gd name="connsiteY47" fmla="*/ 264865 h 6633998"/>
                  <a:gd name="connsiteX48" fmla="*/ 1028878 w 3847556"/>
                  <a:gd name="connsiteY48" fmla="*/ 0 h 6633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3847556" h="6633998">
                    <a:moveTo>
                      <a:pt x="1028878" y="0"/>
                    </a:moveTo>
                    <a:cubicBezTo>
                      <a:pt x="1175157" y="0"/>
                      <a:pt x="1293726" y="118591"/>
                      <a:pt x="1293726" y="264865"/>
                    </a:cubicBezTo>
                    <a:lnTo>
                      <a:pt x="1293726" y="664770"/>
                    </a:lnTo>
                    <a:lnTo>
                      <a:pt x="1656529" y="664770"/>
                    </a:lnTo>
                    <a:lnTo>
                      <a:pt x="1656545" y="264865"/>
                    </a:lnTo>
                    <a:cubicBezTo>
                      <a:pt x="1656529" y="118591"/>
                      <a:pt x="1775115" y="17"/>
                      <a:pt x="1921394" y="0"/>
                    </a:cubicBezTo>
                    <a:cubicBezTo>
                      <a:pt x="2067668" y="17"/>
                      <a:pt x="2186237" y="118591"/>
                      <a:pt x="2186253" y="264865"/>
                    </a:cubicBezTo>
                    <a:lnTo>
                      <a:pt x="2186253" y="664770"/>
                    </a:lnTo>
                    <a:lnTo>
                      <a:pt x="2549056" y="664770"/>
                    </a:lnTo>
                    <a:lnTo>
                      <a:pt x="2549056" y="264865"/>
                    </a:lnTo>
                    <a:cubicBezTo>
                      <a:pt x="2549056" y="118575"/>
                      <a:pt x="2667642" y="0"/>
                      <a:pt x="2813921" y="0"/>
                    </a:cubicBezTo>
                    <a:cubicBezTo>
                      <a:pt x="2960211" y="0"/>
                      <a:pt x="3078781" y="118591"/>
                      <a:pt x="3078781" y="264865"/>
                    </a:cubicBezTo>
                    <a:lnTo>
                      <a:pt x="3078764" y="664770"/>
                    </a:lnTo>
                    <a:lnTo>
                      <a:pt x="3512447" y="664770"/>
                    </a:lnTo>
                    <a:lnTo>
                      <a:pt x="3520693" y="668198"/>
                    </a:lnTo>
                    <a:cubicBezTo>
                      <a:pt x="3545659" y="640863"/>
                      <a:pt x="3577628" y="638174"/>
                      <a:pt x="3610357" y="641623"/>
                    </a:cubicBezTo>
                    <a:cubicBezTo>
                      <a:pt x="3755838" y="656915"/>
                      <a:pt x="3861375" y="787234"/>
                      <a:pt x="3846084" y="932715"/>
                    </a:cubicBezTo>
                    <a:cubicBezTo>
                      <a:pt x="3655380" y="2747282"/>
                      <a:pt x="3464643" y="4561839"/>
                      <a:pt x="3273917" y="6376417"/>
                    </a:cubicBezTo>
                    <a:cubicBezTo>
                      <a:pt x="3258626" y="6521887"/>
                      <a:pt x="3128312" y="6627419"/>
                      <a:pt x="2982826" y="6612116"/>
                    </a:cubicBezTo>
                    <a:cubicBezTo>
                      <a:pt x="2837361" y="6596835"/>
                      <a:pt x="2731824" y="6466505"/>
                      <a:pt x="2747105" y="6321024"/>
                    </a:cubicBezTo>
                    <a:lnTo>
                      <a:pt x="3304490" y="1017914"/>
                    </a:lnTo>
                    <a:lnTo>
                      <a:pt x="3078764" y="1017930"/>
                    </a:lnTo>
                    <a:cubicBezTo>
                      <a:pt x="3078764" y="1151232"/>
                      <a:pt x="3078764" y="1284539"/>
                      <a:pt x="3078764" y="1417857"/>
                    </a:cubicBezTo>
                    <a:cubicBezTo>
                      <a:pt x="3078764" y="1564114"/>
                      <a:pt x="2960195" y="1682700"/>
                      <a:pt x="2813921" y="1682700"/>
                    </a:cubicBezTo>
                    <a:cubicBezTo>
                      <a:pt x="2667631" y="1682700"/>
                      <a:pt x="2549056" y="1564131"/>
                      <a:pt x="2549056" y="1417841"/>
                    </a:cubicBezTo>
                    <a:lnTo>
                      <a:pt x="2549056" y="1017930"/>
                    </a:lnTo>
                    <a:lnTo>
                      <a:pt x="2186253" y="1017930"/>
                    </a:lnTo>
                    <a:cubicBezTo>
                      <a:pt x="2186237" y="1151221"/>
                      <a:pt x="2186237" y="1284555"/>
                      <a:pt x="2186237" y="1417841"/>
                    </a:cubicBezTo>
                    <a:cubicBezTo>
                      <a:pt x="2186237" y="1564131"/>
                      <a:pt x="2067651" y="1682700"/>
                      <a:pt x="1921394" y="1682700"/>
                    </a:cubicBezTo>
                    <a:cubicBezTo>
                      <a:pt x="1775115" y="1682700"/>
                      <a:pt x="1656529" y="1564131"/>
                      <a:pt x="1656529" y="1417841"/>
                    </a:cubicBezTo>
                    <a:lnTo>
                      <a:pt x="1656529" y="1017930"/>
                    </a:lnTo>
                    <a:lnTo>
                      <a:pt x="1293726" y="1017930"/>
                    </a:lnTo>
                    <a:cubicBezTo>
                      <a:pt x="1293710" y="1151221"/>
                      <a:pt x="1293726" y="1284539"/>
                      <a:pt x="1293726" y="1417841"/>
                    </a:cubicBezTo>
                    <a:cubicBezTo>
                      <a:pt x="1293726" y="1490986"/>
                      <a:pt x="1264077" y="1557199"/>
                      <a:pt x="1216149" y="1605128"/>
                    </a:cubicBezTo>
                    <a:lnTo>
                      <a:pt x="1028872" y="1682700"/>
                    </a:lnTo>
                    <a:lnTo>
                      <a:pt x="841580" y="1605122"/>
                    </a:lnTo>
                    <a:cubicBezTo>
                      <a:pt x="793651" y="1557199"/>
                      <a:pt x="764007" y="1490986"/>
                      <a:pt x="764018" y="1417841"/>
                    </a:cubicBezTo>
                    <a:lnTo>
                      <a:pt x="764018" y="1017914"/>
                    </a:lnTo>
                    <a:lnTo>
                      <a:pt x="539645" y="1017930"/>
                    </a:lnTo>
                    <a:cubicBezTo>
                      <a:pt x="695040" y="2793967"/>
                      <a:pt x="850418" y="4570003"/>
                      <a:pt x="1005791" y="6346040"/>
                    </a:cubicBezTo>
                    <a:cubicBezTo>
                      <a:pt x="1018529" y="6491754"/>
                      <a:pt x="910743" y="6620221"/>
                      <a:pt x="765023" y="6632976"/>
                    </a:cubicBezTo>
                    <a:cubicBezTo>
                      <a:pt x="619293" y="6645714"/>
                      <a:pt x="490842" y="6537928"/>
                      <a:pt x="478087" y="6392208"/>
                    </a:cubicBezTo>
                    <a:lnTo>
                      <a:pt x="1023" y="939358"/>
                    </a:lnTo>
                    <a:cubicBezTo>
                      <a:pt x="-11716" y="793639"/>
                      <a:pt x="96076" y="665177"/>
                      <a:pt x="241807" y="652422"/>
                    </a:cubicBezTo>
                    <a:lnTo>
                      <a:pt x="311187" y="674309"/>
                    </a:lnTo>
                    <a:cubicBezTo>
                      <a:pt x="317983" y="665335"/>
                      <a:pt x="326028" y="664770"/>
                      <a:pt x="334193" y="664770"/>
                    </a:cubicBezTo>
                    <a:lnTo>
                      <a:pt x="764018" y="664770"/>
                    </a:lnTo>
                    <a:lnTo>
                      <a:pt x="764018" y="264865"/>
                    </a:lnTo>
                    <a:cubicBezTo>
                      <a:pt x="764018" y="118591"/>
                      <a:pt x="882588" y="0"/>
                      <a:pt x="1028878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91F9EF7-4F87-415C-8160-7E56B60DA9F9}"/>
                </a:ext>
              </a:extLst>
            </p:cNvPr>
            <p:cNvGrpSpPr/>
            <p:nvPr/>
          </p:nvGrpSpPr>
          <p:grpSpPr>
            <a:xfrm>
              <a:off x="0" y="6374086"/>
              <a:ext cx="11401431" cy="237804"/>
              <a:chOff x="0" y="6374086"/>
              <a:chExt cx="11401431" cy="23780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AE59EE2-572E-4B51-AE32-612BBCC09DE1}"/>
                  </a:ext>
                </a:extLst>
              </p:cNvPr>
              <p:cNvSpPr/>
              <p:nvPr/>
            </p:nvSpPr>
            <p:spPr>
              <a:xfrm>
                <a:off x="0" y="6566170"/>
                <a:ext cx="11311128" cy="457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B77414-9E89-4E91-A109-7F250477ACA9}"/>
                  </a:ext>
                </a:extLst>
              </p:cNvPr>
              <p:cNvSpPr/>
              <p:nvPr/>
            </p:nvSpPr>
            <p:spPr>
              <a:xfrm>
                <a:off x="11355711" y="6374086"/>
                <a:ext cx="45720" cy="15544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Block Arc 7">
                <a:extLst>
                  <a:ext uri="{FF2B5EF4-FFF2-40B4-BE49-F238E27FC236}">
                    <a16:creationId xmlns:a16="http://schemas.microsoft.com/office/drawing/2014/main" id="{5F4ACB2E-D9DA-474D-ACD0-6D4C5B5B69E1}"/>
                  </a:ext>
                </a:extLst>
              </p:cNvPr>
              <p:cNvSpPr/>
              <p:nvPr/>
            </p:nvSpPr>
            <p:spPr>
              <a:xfrm>
                <a:off x="11229678" y="6440137"/>
                <a:ext cx="171753" cy="171753"/>
              </a:xfrm>
              <a:prstGeom prst="blockArc">
                <a:avLst>
                  <a:gd name="adj1" fmla="val 21339429"/>
                  <a:gd name="adj2" fmla="val 6091498"/>
                  <a:gd name="adj3" fmla="val 2709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406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17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A6D39-9DFD-4F67-94B9-4D1042BB36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37516-06DB-4972-90D9-3F56529C786D}"/>
              </a:ext>
            </a:extLst>
          </p:cNvPr>
          <p:cNvSpPr/>
          <p:nvPr userDrawn="1"/>
        </p:nvSpPr>
        <p:spPr>
          <a:xfrm>
            <a:off x="0" y="0"/>
            <a:ext cx="9569302" cy="6858000"/>
          </a:xfrm>
          <a:custGeom>
            <a:avLst/>
            <a:gdLst>
              <a:gd name="connsiteX0" fmla="*/ 0 w 9703610"/>
              <a:gd name="connsiteY0" fmla="*/ 0 h 6858000"/>
              <a:gd name="connsiteX1" fmla="*/ 5546070 w 9703610"/>
              <a:gd name="connsiteY1" fmla="*/ 0 h 6858000"/>
              <a:gd name="connsiteX2" fmla="*/ 9703610 w 9703610"/>
              <a:gd name="connsiteY2" fmla="*/ 6858000 h 6858000"/>
              <a:gd name="connsiteX3" fmla="*/ 0 w 97036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3610" h="6858000">
                <a:moveTo>
                  <a:pt x="0" y="0"/>
                </a:moveTo>
                <a:lnTo>
                  <a:pt x="5546070" y="0"/>
                </a:lnTo>
                <a:lnTo>
                  <a:pt x="97036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54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246FC87-D219-463B-8334-E16E1481905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178591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C9F45-5627-4842-A3EA-25038EF99EC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186490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9871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E14D27-AD6A-4547-8A35-F0A6A7B2B893}"/>
              </a:ext>
            </a:extLst>
          </p:cNvPr>
          <p:cNvGrpSpPr/>
          <p:nvPr userDrawn="1"/>
        </p:nvGrpSpPr>
        <p:grpSpPr>
          <a:xfrm>
            <a:off x="739019" y="1801308"/>
            <a:ext cx="2251389" cy="4202048"/>
            <a:chOff x="3501573" y="3178068"/>
            <a:chExt cx="1340594" cy="273784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FFD2AF-5064-446A-95B2-FCACE1D003DC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64445-B2E0-4D7E-8491-252F042F0F6D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429A64-82C5-47BC-985E-3FDFE804E532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8DF180B-C394-4B18-8CF3-2228F33ED174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B1C391E-60EC-4442-81F5-E5BD8E5FB94B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042DFF-AC0C-4A34-B83D-F94290F8566A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33404E-34F2-4512-89D1-3226AA01335F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19DFAD-C059-430D-B51F-48079403ED7B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BAE4FA9-2632-4576-9E0A-CDF8B2A15BA5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70F8A7-6A5E-4962-A676-F6F37304642E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E8FB11B-C9EA-4E18-89D9-555C50D3B3E9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5F62B4-2F6F-4328-9162-DF7E3A0CF7C4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89494" y="2484310"/>
            <a:ext cx="1808430" cy="29539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90713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6CCA5E-451F-4542-B206-D2D13583114C}"/>
              </a:ext>
            </a:extLst>
          </p:cNvPr>
          <p:cNvGrpSpPr/>
          <p:nvPr userDrawn="1"/>
        </p:nvGrpSpPr>
        <p:grpSpPr>
          <a:xfrm>
            <a:off x="758507" y="2603862"/>
            <a:ext cx="5920691" cy="3565483"/>
            <a:chOff x="4098364" y="1571764"/>
            <a:chExt cx="7301609" cy="4397082"/>
          </a:xfrm>
        </p:grpSpPr>
        <p:grpSp>
          <p:nvGrpSpPr>
            <p:cNvPr id="23" name="Graphic 55">
              <a:extLst>
                <a:ext uri="{FF2B5EF4-FFF2-40B4-BE49-F238E27FC236}">
                  <a16:creationId xmlns:a16="http://schemas.microsoft.com/office/drawing/2014/main" id="{C49AFA94-CB02-406A-B68E-76F7985C97D6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5F19F3B-FACD-4743-81B8-DE3B3FC0991C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1E77FD-F910-47B9-9EE0-9CA9EBB5AD17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00050F-BBCF-4B07-B144-24AF043BE2C0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BADC4B-6EB9-42D0-A753-3C5C7C5FCBF3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8FDA6-D5BA-443E-8CD4-3C2B46AB6C8A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070495-6AB5-4439-8EED-4223B30F9EAF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21168E-844C-481A-B8F3-32C75B5054F4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376C1E-829F-4627-A9FC-603E3F9D8239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DCC7A37-C1A5-44ED-8513-F2059D79E78B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E8CCBE0-1B0C-438D-94FF-E082C11F048B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3BC099-A056-42DA-9F53-27069C0E9109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B8C23E-608C-4981-A399-48E23E7525CC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D903373-9B9B-454A-8CB4-E269AA113942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F0A2CF-6C4D-4D84-9F0B-0C8B25E6F53C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A2E818-EF4F-458C-8F18-9578121D3660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3C6B529-B489-4639-A7B2-5AA9180E9729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F3DA74A-1C4B-4138-A563-129A39FD9B7F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22AAAA6-2F39-4DD6-8134-716B9CF62E97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E744CD6-14E4-479D-8F9D-0DF957DAAD2D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31A40E9-999D-4DB7-A1CE-6B1F19EA0EF4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8C9FECB-7A52-4CDC-994B-69A5B24ABCE8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6AAC56F-62D7-45DE-87B5-B9D9F6A9BFCE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075BA51-0F2B-4136-85AE-6668752886FD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599569D-ABEC-4CDC-8AEC-FB8A512A7CB6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FF08BBD-F12B-4D72-905D-82425437657C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37A376A-6189-420B-8C13-3900F127BE7C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619684" y="2798339"/>
            <a:ext cx="4140889" cy="2612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043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20">
            <a:extLst>
              <a:ext uri="{FF2B5EF4-FFF2-40B4-BE49-F238E27FC236}">
                <a16:creationId xmlns:a16="http://schemas.microsoft.com/office/drawing/2014/main" id="{6FE311F5-A9A3-4147-874B-14B212E901EC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7381" y="3577044"/>
            <a:ext cx="3100540" cy="3100540"/>
          </a:xfrm>
          <a:custGeom>
            <a:avLst/>
            <a:gdLst>
              <a:gd name="connsiteX0" fmla="*/ 1550270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10 h 3100540"/>
              <a:gd name="connsiteX5" fmla="*/ 1422726 w 3100540"/>
              <a:gd name="connsiteY5" fmla="*/ 3047710 h 3100540"/>
              <a:gd name="connsiteX6" fmla="*/ 52831 w 3100540"/>
              <a:gd name="connsiteY6" fmla="*/ 1677815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70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10"/>
                </a:lnTo>
                <a:cubicBezTo>
                  <a:pt x="1607375" y="3118151"/>
                  <a:pt x="1493167" y="3118151"/>
                  <a:pt x="1422726" y="3047710"/>
                </a:cubicBezTo>
                <a:lnTo>
                  <a:pt x="52831" y="1677815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587381" y="204021"/>
            <a:ext cx="3100540" cy="3100540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90C4F28F-E0C5-4C6F-9778-5071266AA6D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420748" y="1890533"/>
            <a:ext cx="3100541" cy="3100540"/>
          </a:xfrm>
          <a:custGeom>
            <a:avLst/>
            <a:gdLst>
              <a:gd name="connsiteX0" fmla="*/ 1550270 w 3100541"/>
              <a:gd name="connsiteY0" fmla="*/ 0 h 3100540"/>
              <a:gd name="connsiteX1" fmla="*/ 1677815 w 3100541"/>
              <a:gd name="connsiteY1" fmla="*/ 52831 h 3100540"/>
              <a:gd name="connsiteX2" fmla="*/ 3047710 w 3100541"/>
              <a:gd name="connsiteY2" fmla="*/ 1422726 h 3100540"/>
              <a:gd name="connsiteX3" fmla="*/ 3047710 w 3100541"/>
              <a:gd name="connsiteY3" fmla="*/ 1677816 h 3100540"/>
              <a:gd name="connsiteX4" fmla="*/ 1677817 w 3100541"/>
              <a:gd name="connsiteY4" fmla="*/ 3047710 h 3100540"/>
              <a:gd name="connsiteX5" fmla="*/ 1422727 w 3100541"/>
              <a:gd name="connsiteY5" fmla="*/ 3047710 h 3100540"/>
              <a:gd name="connsiteX6" fmla="*/ 52832 w 3100541"/>
              <a:gd name="connsiteY6" fmla="*/ 1677815 h 3100540"/>
              <a:gd name="connsiteX7" fmla="*/ 52832 w 3100541"/>
              <a:gd name="connsiteY7" fmla="*/ 1422724 h 3100540"/>
              <a:gd name="connsiteX8" fmla="*/ 1422725 w 3100541"/>
              <a:gd name="connsiteY8" fmla="*/ 52831 h 3100540"/>
              <a:gd name="connsiteX9" fmla="*/ 1550270 w 3100541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1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10" y="1422726"/>
                </a:lnTo>
                <a:cubicBezTo>
                  <a:pt x="3118152" y="1493167"/>
                  <a:pt x="3118152" y="1607375"/>
                  <a:pt x="3047710" y="1677816"/>
                </a:cubicBezTo>
                <a:lnTo>
                  <a:pt x="1677817" y="3047710"/>
                </a:lnTo>
                <a:cubicBezTo>
                  <a:pt x="1607376" y="3118151"/>
                  <a:pt x="1493168" y="3118151"/>
                  <a:pt x="1422727" y="3047710"/>
                </a:cubicBezTo>
                <a:lnTo>
                  <a:pt x="52832" y="1677815"/>
                </a:lnTo>
                <a:cubicBezTo>
                  <a:pt x="-17610" y="1607373"/>
                  <a:pt x="-17610" y="1493166"/>
                  <a:pt x="52832" y="1422724"/>
                </a:cubicBezTo>
                <a:lnTo>
                  <a:pt x="1422725" y="52831"/>
                </a:lnTo>
                <a:cubicBezTo>
                  <a:pt x="1457946" y="17610"/>
                  <a:pt x="1504108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674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80636" y="1431517"/>
            <a:ext cx="3994966" cy="3994966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977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534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01012" y="157810"/>
            <a:ext cx="9953842" cy="1049235"/>
          </a:xfrm>
        </p:spPr>
        <p:txBody>
          <a:bodyPr anchor="t">
            <a:no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012" y="1207045"/>
            <a:ext cx="9953842" cy="484007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54139" y="6445583"/>
            <a:ext cx="3500715" cy="309201"/>
          </a:xfrm>
        </p:spPr>
        <p:txBody>
          <a:bodyPr/>
          <a:lstStyle/>
          <a:p>
            <a:fld id="{27184576-24D8-4F61-8529-A72033807FB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34696" y="6444520"/>
            <a:ext cx="5855719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483854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351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0768647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100880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174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5850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034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1267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4885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1953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2116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5B47D6-DAD7-40A6-BD10-CD2FABB1321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9439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27960874-3F9B-4D3F-855A-5669B09C929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31350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2B1140DE-B7EF-4821-92DB-87F8292871A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05623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2D1BE3B-CE32-4F45-9E7C-3CF4C5DACDCA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282361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6F1FA09A-98C2-4BC7-A032-43C843531C6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3593992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28718837-365D-4859-B99D-1C4C5BB7E508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70731" y="2078266"/>
            <a:ext cx="2298160" cy="208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</a:p>
          <a:p>
            <a:r>
              <a:rPr lang="en-US" altLang="ko-KR" dirty="0"/>
              <a:t>And Send To Back </a:t>
            </a:r>
            <a:endParaRPr lang="ko-KR" alt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740105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6468152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E24A2BE-80CE-4B79-BF31-91FA62C0442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0" y="2160665"/>
            <a:ext cx="12192000" cy="2502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51014-6E90-4769-BCD9-A06A9FC17AC8}"/>
              </a:ext>
            </a:extLst>
          </p:cNvPr>
          <p:cNvSpPr/>
          <p:nvPr userDrawn="1"/>
        </p:nvSpPr>
        <p:spPr>
          <a:xfrm>
            <a:off x="0" y="2026940"/>
            <a:ext cx="12192000" cy="7200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BC926F-7282-4E00-BF8A-8D24B274039B}"/>
              </a:ext>
            </a:extLst>
          </p:cNvPr>
          <p:cNvSpPr/>
          <p:nvPr userDrawn="1"/>
        </p:nvSpPr>
        <p:spPr>
          <a:xfrm>
            <a:off x="0" y="4725144"/>
            <a:ext cx="12192000" cy="7200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3072049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4092000" y="545824"/>
            <a:ext cx="8100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3575404"/>
            <a:ext cx="8100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effectLst/>
                <a:latin typeface="+mn-lt"/>
                <a:ea typeface="+mj-ea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73224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12">
            <a:extLst>
              <a:ext uri="{FF2B5EF4-FFF2-40B4-BE49-F238E27FC236}">
                <a16:creationId xmlns:a16="http://schemas.microsoft.com/office/drawing/2014/main" id="{A7A44CD1-8791-4411-9DCF-BE8F9EB9EB1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9070" y="1223317"/>
            <a:ext cx="5441094" cy="4721980"/>
          </a:xfrm>
          <a:custGeom>
            <a:avLst/>
            <a:gdLst>
              <a:gd name="connsiteX0" fmla="*/ 2090352 w 5441094"/>
              <a:gd name="connsiteY0" fmla="*/ 2977952 h 4721980"/>
              <a:gd name="connsiteX1" fmla="*/ 3101888 w 5441094"/>
              <a:gd name="connsiteY1" fmla="*/ 4721980 h 4721980"/>
              <a:gd name="connsiteX2" fmla="*/ 1078816 w 5441094"/>
              <a:gd name="connsiteY2" fmla="*/ 4721980 h 4721980"/>
              <a:gd name="connsiteX3" fmla="*/ 2191267 w 5441094"/>
              <a:gd name="connsiteY3" fmla="*/ 2940880 h 4721980"/>
              <a:gd name="connsiteX4" fmla="*/ 4155992 w 5441094"/>
              <a:gd name="connsiteY4" fmla="*/ 2940880 h 4721980"/>
              <a:gd name="connsiteX5" fmla="*/ 3173629 w 5441094"/>
              <a:gd name="connsiteY5" fmla="*/ 4634609 h 4721980"/>
              <a:gd name="connsiteX6" fmla="*/ 0 w 5441094"/>
              <a:gd name="connsiteY6" fmla="*/ 2928524 h 4721980"/>
              <a:gd name="connsiteX7" fmla="*/ 2023072 w 5441094"/>
              <a:gd name="connsiteY7" fmla="*/ 2928524 h 4721980"/>
              <a:gd name="connsiteX8" fmla="*/ 1011536 w 5441094"/>
              <a:gd name="connsiteY8" fmla="*/ 4672552 h 4721980"/>
              <a:gd name="connsiteX9" fmla="*/ 982363 w 5441094"/>
              <a:gd name="connsiteY9" fmla="*/ 1120204 h 4721980"/>
              <a:gd name="connsiteX10" fmla="*/ 1964725 w 5441094"/>
              <a:gd name="connsiteY10" fmla="*/ 2813933 h 4721980"/>
              <a:gd name="connsiteX11" fmla="*/ 0 w 5441094"/>
              <a:gd name="connsiteY11" fmla="*/ 2813933 h 4721980"/>
              <a:gd name="connsiteX12" fmla="*/ 3816180 w 5441094"/>
              <a:gd name="connsiteY12" fmla="*/ 12357 h 4721980"/>
              <a:gd name="connsiteX13" fmla="*/ 5441094 w 5441094"/>
              <a:gd name="connsiteY13" fmla="*/ 2813933 h 4721980"/>
              <a:gd name="connsiteX14" fmla="*/ 2191266 w 5441094"/>
              <a:gd name="connsiteY14" fmla="*/ 2813933 h 4721980"/>
              <a:gd name="connsiteX15" fmla="*/ 465439 w 5441094"/>
              <a:gd name="connsiteY15" fmla="*/ 0 h 4721980"/>
              <a:gd name="connsiteX16" fmla="*/ 3715267 w 5441094"/>
              <a:gd name="connsiteY16" fmla="*/ 0 h 4721980"/>
              <a:gd name="connsiteX17" fmla="*/ 2090353 w 5441094"/>
              <a:gd name="connsiteY17" fmla="*/ 2801576 h 472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41094" h="4721980">
                <a:moveTo>
                  <a:pt x="2090352" y="2977952"/>
                </a:moveTo>
                <a:lnTo>
                  <a:pt x="3101888" y="4721980"/>
                </a:lnTo>
                <a:lnTo>
                  <a:pt x="1078816" y="4721980"/>
                </a:lnTo>
                <a:close/>
                <a:moveTo>
                  <a:pt x="2191267" y="2940880"/>
                </a:moveTo>
                <a:lnTo>
                  <a:pt x="4155992" y="2940880"/>
                </a:lnTo>
                <a:lnTo>
                  <a:pt x="3173629" y="4634609"/>
                </a:lnTo>
                <a:close/>
                <a:moveTo>
                  <a:pt x="0" y="2928524"/>
                </a:moveTo>
                <a:lnTo>
                  <a:pt x="2023072" y="2928524"/>
                </a:lnTo>
                <a:lnTo>
                  <a:pt x="1011536" y="4672552"/>
                </a:lnTo>
                <a:close/>
                <a:moveTo>
                  <a:pt x="982363" y="1120204"/>
                </a:moveTo>
                <a:lnTo>
                  <a:pt x="1964725" y="2813933"/>
                </a:lnTo>
                <a:lnTo>
                  <a:pt x="0" y="2813933"/>
                </a:lnTo>
                <a:close/>
                <a:moveTo>
                  <a:pt x="3816180" y="12357"/>
                </a:moveTo>
                <a:lnTo>
                  <a:pt x="5441094" y="2813933"/>
                </a:lnTo>
                <a:lnTo>
                  <a:pt x="2191266" y="2813933"/>
                </a:lnTo>
                <a:close/>
                <a:moveTo>
                  <a:pt x="465439" y="0"/>
                </a:moveTo>
                <a:lnTo>
                  <a:pt x="3715267" y="0"/>
                </a:lnTo>
                <a:lnTo>
                  <a:pt x="2090353" y="28015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01225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73A78E6-F71D-4312-BDB2-FA26CAF574B4}"/>
              </a:ext>
            </a:extLst>
          </p:cNvPr>
          <p:cNvSpPr/>
          <p:nvPr userDrawn="1"/>
        </p:nvSpPr>
        <p:spPr>
          <a:xfrm flipH="1" flipV="1">
            <a:off x="5119026" y="0"/>
            <a:ext cx="7072972" cy="6858000"/>
          </a:xfrm>
          <a:custGeom>
            <a:avLst/>
            <a:gdLst>
              <a:gd name="connsiteX0" fmla="*/ 0 w 7072972"/>
              <a:gd name="connsiteY0" fmla="*/ 0 h 6858000"/>
              <a:gd name="connsiteX1" fmla="*/ 7072972 w 7072972"/>
              <a:gd name="connsiteY1" fmla="*/ 1890052 h 6858000"/>
              <a:gd name="connsiteX2" fmla="*/ 3307176 w 7072972"/>
              <a:gd name="connsiteY2" fmla="*/ 6858000 h 6858000"/>
              <a:gd name="connsiteX3" fmla="*/ 0 w 70729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72972" h="6858000">
                <a:moveTo>
                  <a:pt x="0" y="0"/>
                </a:moveTo>
                <a:lnTo>
                  <a:pt x="7072972" y="1890052"/>
                </a:lnTo>
                <a:lnTo>
                  <a:pt x="33071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75BF01-2621-417D-9B96-39DD8D0867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" y="0"/>
            <a:ext cx="7072972" cy="6858000"/>
          </a:xfrm>
          <a:custGeom>
            <a:avLst/>
            <a:gdLst>
              <a:gd name="connsiteX0" fmla="*/ 0 w 6200775"/>
              <a:gd name="connsiteY0" fmla="*/ 0 h 6858000"/>
              <a:gd name="connsiteX1" fmla="*/ 2158503 w 6200775"/>
              <a:gd name="connsiteY1" fmla="*/ 0 h 6858000"/>
              <a:gd name="connsiteX2" fmla="*/ 6200775 w 6200775"/>
              <a:gd name="connsiteY2" fmla="*/ 3676650 h 6858000"/>
              <a:gd name="connsiteX3" fmla="*/ 3307176 w 6200775"/>
              <a:gd name="connsiteY3" fmla="*/ 6858000 h 6858000"/>
              <a:gd name="connsiteX4" fmla="*/ 0 w 6200775"/>
              <a:gd name="connsiteY4" fmla="*/ 6858000 h 6858000"/>
              <a:gd name="connsiteX0" fmla="*/ 0 w 7424664"/>
              <a:gd name="connsiteY0" fmla="*/ 0 h 6858000"/>
              <a:gd name="connsiteX1" fmla="*/ 2158503 w 7424664"/>
              <a:gd name="connsiteY1" fmla="*/ 0 h 6858000"/>
              <a:gd name="connsiteX2" fmla="*/ 7424664 w 7424664"/>
              <a:gd name="connsiteY2" fmla="*/ 2326151 h 6858000"/>
              <a:gd name="connsiteX3" fmla="*/ 3307176 w 7424664"/>
              <a:gd name="connsiteY3" fmla="*/ 6858000 h 6858000"/>
              <a:gd name="connsiteX4" fmla="*/ 0 w 7424664"/>
              <a:gd name="connsiteY4" fmla="*/ 6858000 h 6858000"/>
              <a:gd name="connsiteX5" fmla="*/ 0 w 7424664"/>
              <a:gd name="connsiteY5" fmla="*/ 0 h 6858000"/>
              <a:gd name="connsiteX0" fmla="*/ 0 w 7424664"/>
              <a:gd name="connsiteY0" fmla="*/ 0 h 6858000"/>
              <a:gd name="connsiteX1" fmla="*/ 7424664 w 7424664"/>
              <a:gd name="connsiteY1" fmla="*/ 2326151 h 6858000"/>
              <a:gd name="connsiteX2" fmla="*/ 3307176 w 7424664"/>
              <a:gd name="connsiteY2" fmla="*/ 6858000 h 6858000"/>
              <a:gd name="connsiteX3" fmla="*/ 0 w 7424664"/>
              <a:gd name="connsiteY3" fmla="*/ 6858000 h 6858000"/>
              <a:gd name="connsiteX4" fmla="*/ 0 w 7424664"/>
              <a:gd name="connsiteY4" fmla="*/ 0 h 6858000"/>
              <a:gd name="connsiteX0" fmla="*/ 0 w 6904159"/>
              <a:gd name="connsiteY0" fmla="*/ 0 h 6858000"/>
              <a:gd name="connsiteX1" fmla="*/ 6904159 w 6904159"/>
              <a:gd name="connsiteY1" fmla="*/ 1805646 h 6858000"/>
              <a:gd name="connsiteX2" fmla="*/ 3307176 w 6904159"/>
              <a:gd name="connsiteY2" fmla="*/ 6858000 h 6858000"/>
              <a:gd name="connsiteX3" fmla="*/ 0 w 6904159"/>
              <a:gd name="connsiteY3" fmla="*/ 6858000 h 6858000"/>
              <a:gd name="connsiteX4" fmla="*/ 0 w 6904159"/>
              <a:gd name="connsiteY4" fmla="*/ 0 h 6858000"/>
              <a:gd name="connsiteX0" fmla="*/ 0 w 7072972"/>
              <a:gd name="connsiteY0" fmla="*/ 0 h 6858000"/>
              <a:gd name="connsiteX1" fmla="*/ 7072972 w 7072972"/>
              <a:gd name="connsiteY1" fmla="*/ 1890052 h 6858000"/>
              <a:gd name="connsiteX2" fmla="*/ 3307176 w 7072972"/>
              <a:gd name="connsiteY2" fmla="*/ 6858000 h 6858000"/>
              <a:gd name="connsiteX3" fmla="*/ 0 w 7072972"/>
              <a:gd name="connsiteY3" fmla="*/ 6858000 h 6858000"/>
              <a:gd name="connsiteX4" fmla="*/ 0 w 70729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2972" h="6858000">
                <a:moveTo>
                  <a:pt x="0" y="0"/>
                </a:moveTo>
                <a:lnTo>
                  <a:pt x="7072972" y="1890052"/>
                </a:lnTo>
                <a:lnTo>
                  <a:pt x="330717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82977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4111A57B-317A-41FC-8D5B-458B4DA86D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C24402-8447-448E-89E3-183EBB1DA00D}"/>
              </a:ext>
            </a:extLst>
          </p:cNvPr>
          <p:cNvSpPr/>
          <p:nvPr userDrawn="1"/>
        </p:nvSpPr>
        <p:spPr>
          <a:xfrm>
            <a:off x="0" y="2996952"/>
            <a:ext cx="12192000" cy="18722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E4CF9D97-FAE0-4B0A-A30C-8936E46C66B2}"/>
              </a:ext>
            </a:extLst>
          </p:cNvPr>
          <p:cNvGrpSpPr/>
          <p:nvPr userDrawn="1"/>
        </p:nvGrpSpPr>
        <p:grpSpPr>
          <a:xfrm>
            <a:off x="4763852" y="1553600"/>
            <a:ext cx="2664296" cy="4683693"/>
            <a:chOff x="445712" y="1449040"/>
            <a:chExt cx="2113018" cy="3924176"/>
          </a:xfrm>
        </p:grpSpPr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A665FA86-6430-4D7E-ABCB-4F8C3E52E09B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53DAFBD2-84EC-4D6B-80BE-DA2118509069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8" name="Group 10">
              <a:extLst>
                <a:ext uri="{FF2B5EF4-FFF2-40B4-BE49-F238E27FC236}">
                  <a16:creationId xmlns:a16="http://schemas.microsoft.com/office/drawing/2014/main" id="{78866A3A-5A93-49E6-8DE2-C98FC661D430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11">
                <a:extLst>
                  <a:ext uri="{FF2B5EF4-FFF2-40B4-BE49-F238E27FC236}">
                    <a16:creationId xmlns:a16="http://schemas.microsoft.com/office/drawing/2014/main" id="{EB10029A-074D-4812-8AB6-62EF3ED73579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10" name="Rounded Rectangle 12">
                <a:extLst>
                  <a:ext uri="{FF2B5EF4-FFF2-40B4-BE49-F238E27FC236}">
                    <a16:creationId xmlns:a16="http://schemas.microsoft.com/office/drawing/2014/main" id="{BE572564-2A3A-45E0-93B7-2FB78757998F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42F8FDE-91AA-45DB-A05E-7507C27F30F6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951770" y="1965170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93366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112FC24-B0BB-43AE-AB6F-2F8A6318C976}"/>
              </a:ext>
            </a:extLst>
          </p:cNvPr>
          <p:cNvGrpSpPr/>
          <p:nvPr userDrawn="1"/>
        </p:nvGrpSpPr>
        <p:grpSpPr>
          <a:xfrm flipH="1">
            <a:off x="486250" y="477136"/>
            <a:ext cx="11704320" cy="5935130"/>
            <a:chOff x="-161213" y="477136"/>
            <a:chExt cx="11704320" cy="593513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02B0099-32CD-4A9E-A010-EB75F1B7AD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477136"/>
              <a:ext cx="11704320" cy="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6FFECB2-D63A-4DED-B565-1B5EC1C6DBC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1543107" y="477136"/>
              <a:ext cx="0" cy="5935130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23856D-6F4B-428C-8039-92BC2469A81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61213" y="6392850"/>
              <a:ext cx="11704320" cy="13272"/>
            </a:xfrm>
            <a:prstGeom prst="line">
              <a:avLst/>
            </a:prstGeom>
            <a:ln w="444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13480D-83E6-465D-B9EC-FA0799699FB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5268686" y="0"/>
            <a:ext cx="6923314" cy="6858000"/>
          </a:xfrm>
          <a:custGeom>
            <a:avLst/>
            <a:gdLst>
              <a:gd name="connsiteX0" fmla="*/ 1714500 w 6923314"/>
              <a:gd name="connsiteY0" fmla="*/ 0 h 6858000"/>
              <a:gd name="connsiteX1" fmla="*/ 6923314 w 6923314"/>
              <a:gd name="connsiteY1" fmla="*/ 0 h 6858000"/>
              <a:gd name="connsiteX2" fmla="*/ 6923314 w 6923314"/>
              <a:gd name="connsiteY2" fmla="*/ 1637212 h 6858000"/>
              <a:gd name="connsiteX3" fmla="*/ 5618117 w 6923314"/>
              <a:gd name="connsiteY3" fmla="*/ 6858000 h 6858000"/>
              <a:gd name="connsiteX4" fmla="*/ 0 w 692331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3314" h="6858000">
                <a:moveTo>
                  <a:pt x="1714500" y="0"/>
                </a:moveTo>
                <a:lnTo>
                  <a:pt x="6923314" y="0"/>
                </a:lnTo>
                <a:lnTo>
                  <a:pt x="6923314" y="1637212"/>
                </a:lnTo>
                <a:lnTo>
                  <a:pt x="561811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02300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3CD10489-647D-4424-92F3-2E31185A69B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227514" y="0"/>
            <a:ext cx="7964489" cy="6858000"/>
          </a:xfrm>
          <a:custGeom>
            <a:avLst/>
            <a:gdLst>
              <a:gd name="connsiteX0" fmla="*/ 7895557 w 7964489"/>
              <a:gd name="connsiteY0" fmla="*/ 1035541 h 6858000"/>
              <a:gd name="connsiteX1" fmla="*/ 6561027 w 7964489"/>
              <a:gd name="connsiteY1" fmla="*/ 6858000 h 6858000"/>
              <a:gd name="connsiteX2" fmla="*/ 3421268 w 7964489"/>
              <a:gd name="connsiteY2" fmla="*/ 6858000 h 6858000"/>
              <a:gd name="connsiteX3" fmla="*/ 4816845 w 7964489"/>
              <a:gd name="connsiteY3" fmla="*/ 380744 h 6858000"/>
              <a:gd name="connsiteX4" fmla="*/ 3224260 w 7964489"/>
              <a:gd name="connsiteY4" fmla="*/ 6858000 h 6858000"/>
              <a:gd name="connsiteX5" fmla="*/ 0 w 7964489"/>
              <a:gd name="connsiteY5" fmla="*/ 6858000 h 6858000"/>
              <a:gd name="connsiteX6" fmla="*/ 5167647 w 7964489"/>
              <a:gd name="connsiteY6" fmla="*/ 0 h 6858000"/>
              <a:gd name="connsiteX7" fmla="*/ 7964489 w 7964489"/>
              <a:gd name="connsiteY7" fmla="*/ 0 h 6858000"/>
              <a:gd name="connsiteX8" fmla="*/ 7964489 w 7964489"/>
              <a:gd name="connsiteY8" fmla="*/ 581734 h 6858000"/>
              <a:gd name="connsiteX9" fmla="*/ 3748483 w 7964489"/>
              <a:gd name="connsiteY9" fmla="*/ 598267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64489" h="6858000">
                <a:moveTo>
                  <a:pt x="7895557" y="1035541"/>
                </a:moveTo>
                <a:lnTo>
                  <a:pt x="6561027" y="6858000"/>
                </a:lnTo>
                <a:lnTo>
                  <a:pt x="3421268" y="6858000"/>
                </a:lnTo>
                <a:close/>
                <a:moveTo>
                  <a:pt x="4816845" y="380744"/>
                </a:moveTo>
                <a:lnTo>
                  <a:pt x="3224260" y="6858000"/>
                </a:lnTo>
                <a:lnTo>
                  <a:pt x="0" y="6858000"/>
                </a:lnTo>
                <a:close/>
                <a:moveTo>
                  <a:pt x="5167647" y="0"/>
                </a:moveTo>
                <a:lnTo>
                  <a:pt x="7964489" y="0"/>
                </a:lnTo>
                <a:lnTo>
                  <a:pt x="7964489" y="581734"/>
                </a:lnTo>
                <a:lnTo>
                  <a:pt x="3748483" y="598267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46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833399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6129385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6358565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93105" y="802298"/>
            <a:ext cx="8561747" cy="2541431"/>
          </a:xfrm>
        </p:spPr>
        <p:txBody>
          <a:bodyPr bIns="0" anchor="ctr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A16F5-AC6D-48C2-9D80-A8F7CA232C58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88154" y="623872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rgbClr val="FFC000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6377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01012" y="157810"/>
            <a:ext cx="9953842" cy="1049235"/>
          </a:xfrm>
        </p:spPr>
        <p:txBody>
          <a:bodyPr anchor="t">
            <a:noAutofit/>
          </a:bodyPr>
          <a:lstStyle>
            <a:lvl1pPr algn="ctr"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1012" y="1207045"/>
            <a:ext cx="9953842" cy="484007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54139" y="6445583"/>
            <a:ext cx="3500715" cy="309201"/>
          </a:xfrm>
        </p:spPr>
        <p:txBody>
          <a:bodyPr/>
          <a:lstStyle/>
          <a:p>
            <a:fld id="{27184576-24D8-4F61-8529-A72033807FB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34696" y="6444520"/>
            <a:ext cx="5855719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073978"/>
      </p:ext>
    </p:extLst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6297D-5351-4E4E-84AB-91E3B4C58EC1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080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4576-24D8-4F61-8529-A72033807FB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990381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4576-24D8-4F61-8529-A72033807FB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635897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14BFF-AE60-45BA-B6DE-0A69013293BF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459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434D8-DEE7-4947-9B40-670069BA45B5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19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4576-24D8-4F61-8529-A72033807FB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383274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92AD4AF9-A739-4BD9-ABCB-CBC673CF16DF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8792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4576-24D8-4F61-8529-A72033807FB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339924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84576-24D8-4F61-8529-A72033807FB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210397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C5C68-742D-41EE-9B0A-909DD27E43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3323" y="28474"/>
            <a:ext cx="9520158" cy="1049235"/>
          </a:xfrm>
        </p:spPr>
        <p:txBody>
          <a:bodyPr anchor="ctr"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A9A35-74EE-4539-B26B-4479358E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9C249E0-345D-4C5F-90C7-32F3A5BC884B}"/>
              </a:ext>
            </a:extLst>
          </p:cNvPr>
          <p:cNvGrpSpPr/>
          <p:nvPr userDrawn="1"/>
        </p:nvGrpSpPr>
        <p:grpSpPr>
          <a:xfrm>
            <a:off x="793012" y="1853363"/>
            <a:ext cx="5920691" cy="3565483"/>
            <a:chOff x="4098364" y="1571764"/>
            <a:chExt cx="7301609" cy="4397082"/>
          </a:xfrm>
        </p:grpSpPr>
        <p:grpSp>
          <p:nvGrpSpPr>
            <p:cNvPr id="7" name="Graphic 55">
              <a:extLst>
                <a:ext uri="{FF2B5EF4-FFF2-40B4-BE49-F238E27FC236}">
                  <a16:creationId xmlns:a16="http://schemas.microsoft.com/office/drawing/2014/main" id="{5DA4D853-1D74-4353-8437-CCDCD874F430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B7FC6E3-CB02-4FD7-B4C7-AB7E4055B8C9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1DE01751-097B-4066-8A93-0D10FAE3FB5A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06BF31F-EEF7-48C2-93B8-02627D2E06F7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57897FA-5023-4662-AE31-5C2F0801A775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B1A1BFA2-1D0A-4B56-8518-57151969B871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BAEDC4-1625-45A2-BDF2-3A6D72D9DC28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CF9BF7C-A809-4DAD-8575-CF98135A8085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45236FB-589B-4A01-8D32-F5F560916C84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7DEEDA4-02E4-49BF-9256-ED1516BBDA17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4D49532-18B5-491C-A007-11A57D42850F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2B3B0E2-5DF7-4B86-94DE-8F3FCED6040D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5DAF06-CFF3-49EA-8C60-9247A5F88668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0DF613B-2D29-4846-B98B-9FA5674558A5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AA6573A-14F5-431F-A98D-9CD6875B6E1B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F845BC0-C9AA-44AA-84FD-31B4F003F23F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87DF14A-21DE-44F5-9724-A357C5E2E028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B8FBA877-051C-496F-9C9F-33EDB75E4A1C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B845302-55DD-4164-AD8B-FA4BDA3F03C3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596B508-1C08-47BA-941A-E6E75E20BB20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3BB2C9B-A33A-44CE-B8A2-1C51CCF8E62C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6970E13-B3CD-4E46-BD84-0A9BEDA1AB11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5B10443-3EE1-4425-B93B-30C1B018CFC0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706798C-877B-492A-A13B-A2D88B479249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E2F3684-0C28-489A-ACE0-B889752E5BD2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408123AF-2DAD-408B-9934-086BE1484619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B2524AB-0FB2-4FC6-91D5-7B6BC7382F3A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7523392C-86AD-4FDD-89C4-24182EDA9762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654189" y="2047840"/>
            <a:ext cx="4140889" cy="2612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967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theme" Target="../theme/theme4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3" r:id="rId2"/>
    <p:sldLayoutId id="2147483742" r:id="rId3"/>
    <p:sldLayoutId id="2147483736" r:id="rId4"/>
    <p:sldLayoutId id="2147483737" r:id="rId5"/>
    <p:sldLayoutId id="2147483740" r:id="rId6"/>
    <p:sldLayoutId id="2147483739" r:id="rId7"/>
    <p:sldLayoutId id="2147483744" r:id="rId8"/>
    <p:sldLayoutId id="2147483745" r:id="rId9"/>
    <p:sldLayoutId id="2147483748" r:id="rId10"/>
    <p:sldLayoutId id="2147483749" r:id="rId11"/>
    <p:sldLayoutId id="2147483750" r:id="rId12"/>
    <p:sldLayoutId id="2147483802" r:id="rId1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03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  <p:sldLayoutId id="2147483784" r:id="rId17"/>
    <p:sldLayoutId id="2147483785" r:id="rId18"/>
    <p:sldLayoutId id="2147483786" r:id="rId19"/>
    <p:sldLayoutId id="2147483787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9D0365-24FA-4834-B7EB-F5A2AAD43725}"/>
              </a:ext>
            </a:extLst>
          </p:cNvPr>
          <p:cNvSpPr/>
          <p:nvPr userDrawn="1"/>
        </p:nvSpPr>
        <p:spPr>
          <a:xfrm>
            <a:off x="0" y="6141705"/>
            <a:ext cx="12192000" cy="716295"/>
          </a:xfrm>
          <a:prstGeom prst="rect">
            <a:avLst/>
          </a:prstGeom>
          <a:gradFill>
            <a:gsLst>
              <a:gs pos="0">
                <a:srgbClr val="FFBC79"/>
              </a:gs>
              <a:gs pos="98000">
                <a:srgbClr val="964B00"/>
              </a:gs>
            </a:gsLst>
            <a:lin ang="0" scaled="0"/>
          </a:gra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84576-24D8-4F61-8529-A72033807FBC}" type="datetime1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80981" y="6251206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ổng thông tin điện tử Trường Đại học Mỏ - Địa chất">
            <a:extLst>
              <a:ext uri="{FF2B5EF4-FFF2-40B4-BE49-F238E27FC236}">
                <a16:creationId xmlns:a16="http://schemas.microsoft.com/office/drawing/2014/main" id="{DDA433B1-97A0-4454-B406-8B2EFB9BE21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93" t="11645" r="23873" b="11646"/>
          <a:stretch/>
        </p:blipFill>
        <p:spPr bwMode="auto">
          <a:xfrm>
            <a:off x="0" y="5180311"/>
            <a:ext cx="1362973" cy="133709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28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none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ebp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19.jp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0F8743-FFB4-4FAE-8605-DEE70EC88649}"/>
              </a:ext>
            </a:extLst>
          </p:cNvPr>
          <p:cNvSpPr/>
          <p:nvPr/>
        </p:nvSpPr>
        <p:spPr>
          <a:xfrm>
            <a:off x="69742" y="2542963"/>
            <a:ext cx="12122257" cy="18163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78000"/>
                </a:schemeClr>
              </a:gs>
              <a:gs pos="27000">
                <a:schemeClr val="accent1">
                  <a:alpha val="52000"/>
                </a:schemeClr>
              </a:gs>
              <a:gs pos="86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endParaRPr lang="ko-KR" altLang="en-US" sz="20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69742" y="3066182"/>
            <a:ext cx="11732913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ĐỀ TÀI</a:t>
            </a:r>
          </a:p>
          <a:p>
            <a:pPr algn="ctr"/>
            <a:r>
              <a:rPr lang="vi-VN" altLang="ko-K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WEBSITE MẠNG XÃ HỘI CHO NHÓM HỌC TOEIC</a:t>
            </a:r>
            <a:endParaRPr lang="vi-VN" altLang="ko-K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693636-3884-4C6E-9CDF-F8AD89DB91AC}"/>
              </a:ext>
            </a:extLst>
          </p:cNvPr>
          <p:cNvSpPr txBox="1"/>
          <p:nvPr/>
        </p:nvSpPr>
        <p:spPr>
          <a:xfrm>
            <a:off x="1619668" y="4671556"/>
            <a:ext cx="3267642" cy="108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nl-NL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Sinh viên</a:t>
            </a:r>
            <a:r>
              <a:rPr lang="nl-NL" b="1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vi-VN" b="1">
                <a:latin typeface="Times New Roman" panose="02020603050405020304" pitchFamily="18" charset="0"/>
                <a:ea typeface="Times New Roman" panose="02020603050405020304" pitchFamily="18" charset="0"/>
              </a:rPr>
              <a:t>Phan Tuấn Anh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nl-NL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</a:t>
            </a:r>
            <a:r>
              <a:rPr lang="nl-NL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ã sinh viên</a:t>
            </a:r>
            <a:r>
              <a:rPr lang="nl-NL" b="1"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vi-VN" b="1">
                <a:latin typeface="Times New Roman" panose="02020603050405020304" pitchFamily="18" charset="0"/>
                <a:ea typeface="Times New Roman" panose="02020603050405020304" pitchFamily="18" charset="0"/>
              </a:rPr>
              <a:t>2121051368</a:t>
            </a:r>
            <a:endParaRPr lang="nl-NL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vi-VN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7D0BB0-E070-496C-9BCB-01153E4B3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251221"/>
              </p:ext>
            </p:extLst>
          </p:nvPr>
        </p:nvGraphicFramePr>
        <p:xfrm>
          <a:off x="-1" y="169704"/>
          <a:ext cx="121920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83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27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984250" algn="l"/>
                        </a:tabLst>
                        <a:defRPr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TRUỜNG ĐẠI HỌC MỎ ĐỊA CHẤT - KHOA CÔNG NGHỆ THÔNG TIN</a:t>
                      </a:r>
                      <a:br>
                        <a:rPr lang="en-US"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</a:br>
                      <a:endParaRPr lang="en-US" sz="200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l">
                        <a:tabLst>
                          <a:tab pos="984250" algn="l"/>
                        </a:tabLst>
                      </a:pPr>
                      <a:endParaRPr lang="en-US" sz="200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/>
                      <a:endParaRPr lang="en-US" sz="200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Picture 2" descr="Khoa Công nghệ Thông tin - HUMG">
            <a:extLst>
              <a:ext uri="{FF2B5EF4-FFF2-40B4-BE49-F238E27FC236}">
                <a16:creationId xmlns:a16="http://schemas.microsoft.com/office/drawing/2014/main" id="{8F58F249-EA0B-526E-C274-F4B48885C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6426" y="748708"/>
            <a:ext cx="1750025" cy="175002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B12FCE-917B-7BA6-E222-20F25874BB3D}"/>
              </a:ext>
            </a:extLst>
          </p:cNvPr>
          <p:cNvSpPr txBox="1"/>
          <p:nvPr/>
        </p:nvSpPr>
        <p:spPr>
          <a:xfrm>
            <a:off x="7382454" y="4671555"/>
            <a:ext cx="3564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nl-NL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GVHD: </a:t>
            </a:r>
            <a:r>
              <a:rPr lang="nl-NL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TS.</a:t>
            </a:r>
            <a:r>
              <a:rPr lang="en-US" sz="1800" b="1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Nguyễn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Thị Mai Dung</a:t>
            </a:r>
            <a:endParaRPr lang="vi-V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D32F4-4B29-4F0C-926A-A48E99F06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DC70D9EA-FA55-4C29-B105-54473F458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725" y="157163"/>
            <a:ext cx="9953625" cy="1049337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MỤC TIÊU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E32E44-1030-49A3-A35E-CC4E94CCE83B}"/>
              </a:ext>
            </a:extLst>
          </p:cNvPr>
          <p:cNvSpPr txBox="1"/>
          <p:nvPr/>
        </p:nvSpPr>
        <p:spPr>
          <a:xfrm>
            <a:off x="1443017" y="1205286"/>
            <a:ext cx="9561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altLang="ko-K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website mạng xã hội cho nhóm học toeic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8284020-E0D9-AF38-9F5D-98939F789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719" y="1807122"/>
            <a:ext cx="10273262" cy="3735033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vi-VN" sz="33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</a:t>
            </a:r>
            <a:r>
              <a:rPr lang="en-US" sz="33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Phân tích và thiết kế hệ thống:</a:t>
            </a:r>
            <a:r>
              <a:rPr lang="vi-VN" sz="33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vi-VN" sz="3300">
                <a:latin typeface="Arial" panose="020B0604020202020204" pitchFamily="34" charset="0"/>
                <a:cs typeface="Arial" panose="020B0604020202020204" pitchFamily="34" charset="0"/>
              </a:rPr>
              <a:t>Thiết kế kiến trúc hệ thống dựa trên các nhóm chức năng chính: người dùng, bài đăng, bình luận, nhóm học, tin nhắn và nhiệm vụ học tập.Phác thảo cấu trúc giao diện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vi-VN" sz="33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</a:t>
            </a:r>
            <a:r>
              <a:rPr lang="en-US" sz="33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Xây dựng các chức năng phía máy chủ:</a:t>
            </a:r>
            <a:r>
              <a:rPr lang="vi-VN" sz="33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vi-VN" sz="3300">
                <a:latin typeface="Arial" panose="020B0604020202020204" pitchFamily="34" charset="0"/>
                <a:cs typeface="Arial" panose="020B0604020202020204" pitchFamily="34" charset="0"/>
              </a:rPr>
              <a:t>Xây dựng hệ thống API cung cấp dữ liệu cho phía máy khách.</a:t>
            </a:r>
            <a:r>
              <a:rPr lang="vi-VN" sz="33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300">
                <a:latin typeface="Arial" panose="020B0604020202020204" pitchFamily="34" charset="0"/>
                <a:cs typeface="Arial" panose="020B0604020202020204" pitchFamily="34" charset="0"/>
              </a:rPr>
              <a:t>Thiết lập cơ chế phân quyền theo vai trò</a:t>
            </a:r>
          </a:p>
          <a:p>
            <a:pPr marL="0" lvl="0" indent="0" algn="just">
              <a:lnSpc>
                <a:spcPct val="150000"/>
              </a:lnSpc>
              <a:buSzPts val="1000"/>
              <a:buNone/>
              <a:tabLst>
                <a:tab pos="457200" algn="l"/>
              </a:tabLst>
            </a:pPr>
            <a:r>
              <a:rPr lang="vi-VN" sz="33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</a:t>
            </a:r>
            <a:r>
              <a:rPr lang="en-US" sz="33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 triển giao diện người dùng:</a:t>
            </a:r>
            <a:r>
              <a:rPr lang="vi-VN" sz="3300" b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vi-VN" sz="3300">
                <a:latin typeface="Arial" panose="020B0604020202020204" pitchFamily="34" charset="0"/>
                <a:cs typeface="Arial" panose="020B0604020202020204" pitchFamily="34" charset="0"/>
              </a:rPr>
              <a:t>Phát triển giao diện các chức năng chính của mạng xã hội: Tích hợp API và hiển thị dữ liệu động lên giao diện: bài đăng, bình luận, tin nhắn, nhiệm vụ,… Tích hợp chức năng tải file (file bài nộp, file tài liệu, hình ảnh bài đăng).</a:t>
            </a:r>
            <a:endParaRPr lang="en-US" sz="3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  <a:buFontTx/>
              <a:buChar char="-"/>
            </a:pPr>
            <a:endParaRPr lang="en-US" sz="3200" b="1"/>
          </a:p>
          <a:p>
            <a:pPr>
              <a:lnSpc>
                <a:spcPct val="160000"/>
              </a:lnSpc>
              <a:buFontTx/>
              <a:buChar char="-"/>
            </a:pPr>
            <a:endParaRPr lang="en-US" sz="2900" b="1">
              <a:latin typeface="+mn-lt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97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0646-F854-44D1-8C91-2E8D160B6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936" y="157810"/>
            <a:ext cx="9953842" cy="1049235"/>
          </a:xfrm>
        </p:spPr>
        <p:txBody>
          <a:bodyPr/>
          <a:lstStyle/>
          <a:p>
            <a:r>
              <a:rPr lang="en-US" sz="3700" dirty="0"/>
              <a:t>CÔNG NGHỆ</a:t>
            </a:r>
          </a:p>
        </p:txBody>
      </p:sp>
      <p:pic>
        <p:nvPicPr>
          <p:cNvPr id="6" name="Content Placeholder 5" descr="A blue and black logo&#10;&#10;Description automatically generated">
            <a:extLst>
              <a:ext uri="{FF2B5EF4-FFF2-40B4-BE49-F238E27FC236}">
                <a16:creationId xmlns:a16="http://schemas.microsoft.com/office/drawing/2014/main" id="{40619BC6-32AD-4733-9E7D-E123D73D34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976" y="1207045"/>
            <a:ext cx="3717024" cy="222195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18912-28D0-4037-A2D9-400A65C1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 descr="A logo for a software company&#10;&#10;Description automatically generated">
            <a:extLst>
              <a:ext uri="{FF2B5EF4-FFF2-40B4-BE49-F238E27FC236}">
                <a16:creationId xmlns:a16="http://schemas.microsoft.com/office/drawing/2014/main" id="{28E08C71-915D-433B-9806-4C7395468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07045"/>
            <a:ext cx="3991534" cy="2221954"/>
          </a:xfrm>
          <a:prstGeom prst="rect">
            <a:avLst/>
          </a:prstGeom>
        </p:spPr>
      </p:pic>
      <p:pic>
        <p:nvPicPr>
          <p:cNvPr id="10" name="Picture 9" descr="A logo with a dolphin&#10;&#10;Description automatically generated">
            <a:extLst>
              <a:ext uri="{FF2B5EF4-FFF2-40B4-BE49-F238E27FC236}">
                <a16:creationId xmlns:a16="http://schemas.microsoft.com/office/drawing/2014/main" id="{08EE5241-6A90-40F5-8445-2F6B00A7C17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8977" y="3351200"/>
            <a:ext cx="3842919" cy="2170409"/>
          </a:xfrm>
          <a:prstGeom prst="rect">
            <a:avLst/>
          </a:prstGeom>
        </p:spPr>
      </p:pic>
      <p:pic>
        <p:nvPicPr>
          <p:cNvPr id="14" name="Picture 13" descr="A logo with a black square with a colorful logo in the middle&#10;&#10;Description automatically generated">
            <a:extLst>
              <a:ext uri="{FF2B5EF4-FFF2-40B4-BE49-F238E27FC236}">
                <a16:creationId xmlns:a16="http://schemas.microsoft.com/office/drawing/2014/main" id="{0AAC3782-33CE-412E-9294-35FDA08852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896" y="3351200"/>
            <a:ext cx="3872195" cy="217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729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47A3A-AB91-73B1-3342-61173F78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102" name="Picture 6" descr="Thank You PNGs for Free Download">
            <a:extLst>
              <a:ext uri="{FF2B5EF4-FFF2-40B4-BE49-F238E27FC236}">
                <a16:creationId xmlns:a16="http://schemas.microsoft.com/office/drawing/2014/main" id="{870A522D-6A41-DF64-925F-35B55CADA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4603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ontents Slide Master">
  <a:themeElements>
    <a:clrScheme name="ALLPPT COLOR - 1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96491"/>
      </a:accent1>
      <a:accent2>
        <a:srgbClr val="0587AF"/>
      </a:accent2>
      <a:accent3>
        <a:srgbClr val="19A5BE"/>
      </a:accent3>
      <a:accent4>
        <a:srgbClr val="53C3CD"/>
      </a:accent4>
      <a:accent5>
        <a:srgbClr val="5AB4C1"/>
      </a:accent5>
      <a:accent6>
        <a:srgbClr val="1A8EA9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1681D884B9E44A7A34B37C4C061F5" ma:contentTypeVersion="3" ma:contentTypeDescription="Create a new document." ma:contentTypeScope="" ma:versionID="99a50ed07c623eb5e666c5fcc2efa2d0">
  <xsd:schema xmlns:xsd="http://www.w3.org/2001/XMLSchema" xmlns:xs="http://www.w3.org/2001/XMLSchema" xmlns:p="http://schemas.microsoft.com/office/2006/metadata/properties" xmlns:ns2="df783f18-5677-4d01-9de0-6baf0f663365" targetNamespace="http://schemas.microsoft.com/office/2006/metadata/properties" ma:root="true" ma:fieldsID="239fe5e90bc14d650974bedca176e0ae" ns2:_="">
    <xsd:import namespace="df783f18-5677-4d01-9de0-6baf0f6633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783f18-5677-4d01-9de0-6baf0f6633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34AF70-1A20-4DAD-83C9-AAB8E846BCC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26B123-4E85-4A3D-90AA-A6468EA6A9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2C1DB4-C434-47C0-9913-870BE904E0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783f18-5677-4d01-9de0-6baf0f66336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12615</TotalTime>
  <Words>213</Words>
  <Application>Microsoft Office PowerPoint</Application>
  <PresentationFormat>Widescreen</PresentationFormat>
  <Paragraphs>17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Palatino Linotype</vt:lpstr>
      <vt:lpstr>Times</vt:lpstr>
      <vt:lpstr>Times New Roman</vt:lpstr>
      <vt:lpstr>Cover and End Slide Master</vt:lpstr>
      <vt:lpstr>Contents Slide Master</vt:lpstr>
      <vt:lpstr>Section Break Slide Master</vt:lpstr>
      <vt:lpstr>1_Contents Slide Master</vt:lpstr>
      <vt:lpstr>Gallery</vt:lpstr>
      <vt:lpstr>PowerPoint Presentation</vt:lpstr>
      <vt:lpstr>MỤC TIÊU</vt:lpstr>
      <vt:lpstr>CÔNG NGHỆ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linglingtinh@outlook.com</cp:lastModifiedBy>
  <cp:revision>758</cp:revision>
  <dcterms:created xsi:type="dcterms:W3CDTF">2018-04-24T17:14:44Z</dcterms:created>
  <dcterms:modified xsi:type="dcterms:W3CDTF">2025-12-05T02:14:38Z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0x01010050C1681D884B9E44A7A34B37C4C061F5</vt:lpwstr>
  </property>
</Properties>
</file>